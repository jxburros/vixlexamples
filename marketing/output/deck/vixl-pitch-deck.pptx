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charts/chart1.xml" ContentType="application/vnd.openxmlformats-officedocument.drawingml.chart+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Lst>
  <p:sldSz cx="12192000" cy="6858000"/>
  <p:notesSz cx="6858000" cy="9144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Graphics</c:v>
                </c:pt>
              </c:strCache>
            </c:strRef>
          </c:tx>
          <c:spPr>
            <a:solidFill>
              <a:srgbClr val="3575EE"/>
            </a:solidFill>
          </c:spPr>
          <c:invertIfNegative val="0"/>
          <c:cat>
            <c:strRef>
              <c:f>Sheet1!$A$2:$A$5</c:f>
              <c:strCache>
                <c:ptCount val="4"/>
                <c:pt idx="0">
                  <c:v>Brief</c:v>
                </c:pt>
                <c:pt idx="1">
                  <c:v>Create</c:v>
                </c:pt>
                <c:pt idx="2">
                  <c:v>Review</c:v>
                </c:pt>
                <c:pt idx="3">
                  <c:v>Deliver</c:v>
                </c:pt>
              </c:strCache>
            </c:strRef>
          </c:cat>
          <c:val>
            <c:numRef>
              <c:f>Sheet1!$B$2:$B$5</c:f>
              <c:numCache>
                <c:formatCode>General</c:formatCode>
                <c:ptCount val="4"/>
                <c:pt idx="0">
                  <c:v>2</c:v>
                </c:pt>
                <c:pt idx="1">
                  <c:v>5</c:v>
                </c:pt>
                <c:pt idx="2">
                  <c:v>3</c:v>
                </c:pt>
                <c:pt idx="3">
                  <c:v>4</c:v>
                </c:pt>
              </c:numCache>
            </c:numRef>
          </c:val>
        </c:ser>
        <c:ser>
          <c:idx val="1"/>
          <c:order val="1"/>
          <c:tx>
            <c:strRef>
              <c:f>Sheet1!$C$1</c:f>
              <c:strCache>
                <c:ptCount val="1"/>
                <c:pt idx="0">
                  <c:v>Documents</c:v>
                </c:pt>
              </c:strCache>
            </c:strRef>
          </c:tx>
          <c:spPr>
            <a:solidFill>
              <a:srgbClr val="9CC6FA"/>
            </a:solidFill>
          </c:spPr>
          <c:invertIfNegative val="0"/>
          <c:cat>
            <c:strRef>
              <c:f>Sheet1!$A$2:$A$5</c:f>
              <c:strCache>
                <c:ptCount val="4"/>
                <c:pt idx="0">
                  <c:v>Brief</c:v>
                </c:pt>
                <c:pt idx="1">
                  <c:v>Create</c:v>
                </c:pt>
                <c:pt idx="2">
                  <c:v>Review</c:v>
                </c:pt>
                <c:pt idx="3">
                  <c:v>Deliver</c:v>
                </c:pt>
              </c:strCache>
            </c:strRef>
          </c:cat>
          <c:val>
            <c:numRef>
              <c:f>Sheet1!$C$2:$C$5</c:f>
              <c:numCache>
                <c:formatCode>General</c:formatCode>
                <c:ptCount val="4"/>
                <c:pt idx="0">
                  <c:v>1</c:v>
                </c:pt>
                <c:pt idx="1">
                  <c:v>3</c:v>
                </c:pt>
                <c:pt idx="2">
                  <c:v>2</c:v>
                </c:pt>
                <c:pt idx="3">
                  <c:v>3</c:v>
                </c:pt>
              </c:numCache>
            </c:numRef>
          </c:val>
        </c:ser>
        <c:gapWidth val="43"/>
        <c:overlap val="100"/>
        <c:axId val="111111111"/>
        <c:axId val="222222222"/>
      </c:barChart>
      <c:catAx>
        <c:axId val="111111111"/>
        <c:scaling>
          <c:orientation val="minMax"/>
        </c:scaling>
        <c:delete val="0"/>
        <c:axPos val="b"/>
        <c:numFmt formatCode="General" sourceLinked="0"/>
        <c:majorTickMark val="none"/>
        <c:minorTickMark val="none"/>
        <c:tickLblPos val="low"/>
        <c:spPr>
          <a:noFill/>
          <a:ln w="12700">
            <a:solidFill>
              <a:srgbClr val="252B39"/>
            </a:solidFill>
          </a:ln>
        </c:spPr>
        <c:txPr>
          <a:bodyPr/>
          <a:lstStyle/>
          <a:p>
            <a:pPr>
              <a:defRPr sz="1450" b="0">
                <a:solidFill>
                  <a:srgbClr val="252B39"/>
                </a:solidFill>
                <a:latin typeface="Inter"/>
                <a:ea typeface="Inter"/>
                <a:cs typeface="Inter"/>
              </a:defRPr>
            </a:pPr>
            <a:endParaRPr lang="en-US"/>
          </a:p>
        </c:txPr>
        <c:crossAx val="222222222"/>
        <c:crosses val="autoZero"/>
        <c:auto val="1"/>
        <c:lblAlgn val="ctr"/>
        <c:lblOffset val="100"/>
        <c:noMultiLvlLbl val="0"/>
      </c:catAx>
      <c:valAx>
        <c:axId val="222222222"/>
        <c:scaling>
          <c:orientation val="minMax"/>
          <c:max val="10"/>
          <c:min val="0"/>
        </c:scaling>
        <c:delete val="0"/>
        <c:axPos val="l"/>
        <c:majorGridlines>
          <c:spPr>
            <a:ln w="9525">
              <a:solidFill>
                <a:srgbClr val="DCE2EE"/>
              </a:solidFill>
            </a:ln>
          </c:spPr>
        </c:majorGridlines>
        <c:numFmt formatCode="0" sourceLinked="0"/>
        <c:majorTickMark val="none"/>
        <c:minorTickMark val="none"/>
        <c:tickLblPos val="nextTo"/>
        <c:spPr>
          <a:noFill/>
          <a:ln>
            <a:noFill/>
          </a:ln>
        </c:spPr>
        <c:txPr>
          <a:bodyPr/>
          <a:lstStyle/>
          <a:p>
            <a:pPr>
              <a:defRPr sz="1450" b="0">
                <a:solidFill>
                  <a:srgbClr val="252B39"/>
                </a:solidFill>
                <a:latin typeface="Inter"/>
                <a:ea typeface="Inter"/>
                <a:cs typeface="Inter"/>
              </a:defRPr>
            </a:pPr>
            <a:endParaRPr lang="en-US"/>
          </a:p>
        </c:txPr>
        <c:crossAx val="111111111"/>
        <c:crosses val="autoZero"/>
        <c:crossBetween val="between"/>
        <c:majorUnit val="5"/>
      </c:valAx>
      <c:spPr>
        <a:noFill/>
        <a:ln>
          <a:noFill/>
        </a:ln>
      </c:spPr>
    </c:plotArea>
    <c:legend>
      <c:legendPos val="b"/>
      <c:overlay val="0"/>
      <c:txPr>
        <a:bodyPr/>
        <a:lstStyle/>
        <a:p>
          <a:pPr>
            <a:defRPr sz="1450" b="0">
              <a:solidFill>
                <a:srgbClr val="252B39"/>
              </a:solidFill>
              <a:latin typeface="Inter"/>
              <a:ea typeface="Inter"/>
              <a:cs typeface="Inter"/>
            </a:defRPr>
          </a:pPr>
          <a:endParaRPr lang="en-US"/>
        </a:p>
      </c:txPr>
    </c:legend>
    <c:plotVisOnly val="1"/>
    <c:dispBlanksAs val="gap"/>
  </c:chart>
  <c:spPr>
    <a:noFill/>
    <a:ln>
      <a:noFill/>
    </a:ln>
  </c:spPr>
  <c:txPr>
    <a:bodyPr/>
    <a:lstStyle/>
    <a:p>
      <a:pPr>
        <a:defRPr sz="1450" b="0">
          <a:solidFill>
            <a:srgbClr val="252B39"/>
          </a:solidFill>
          <a:latin typeface="Inter"/>
          <a:ea typeface="Inter"/>
          <a:cs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a:xfrm>
            <a:off x="381000" y="685800"/>
            <a:ext cx="6096000" cy="3429000"/>
          </a:xfrm>
          <a:prstGeom prst="rect">
            <a:avLst/>
          </a:prstGeom>
        </p:spPr>
        <p:txBody>
          <a:bodyPr/>
          <a:lstStyle/>
          <a:p>
            <a:endParaRPr lang="en-US"/>
          </a:p>
        </p:txBody>
      </p:sp>
      <p:sp>
        <p:nvSpPr>
          <p:cNvPr id="3" name="Notes Placeholder 2"/>
          <p:cNvSpPr>
            <a:spLocks noGrp="1"/>
          </p:cNvSpPr>
          <p:nvPr>
            <p:ph type="body" idx="1"/>
          </p:nvPr>
        </p:nvSpPr>
        <p:spPr>
          <a:xfrm>
            <a:off x="685800" y="4343400"/>
            <a:ext cx="5486400" cy="41148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Style>
    <a:lvl1pPr marL="0" algn="l">
      <a:defRPr sz="1200" kern="1200">
        <a:solidFill>
          <a:schemeClr val="tx1"/>
        </a:solidFill>
        <a:latin typeface="+mn-lt"/>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Vixl is a design engine for AI agents. Your agent builds graphics, documents and motion out of real layers, Vixl checks the work, and you get a file you can still change next week. Fun fact: this deck was made with Vixl.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poster and most tools hand you a picture of a poster. The .vixl master keeps the content, settings and branching history instead. Raster images stay pixels; text, supported shapes and paths stay editable. Send the master along with whatever formats people asked for.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 apply, check, preview and export. Each step tells the agent what went wrong while it is still cheap to fix. The diagram is Vixl's own diagram operation: editable nodes, routed paths and text. Checks back up visual review; they do not judge taste.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is a real output in this repository: a print layout, a generative painting, a pixel game, data graphics, character animation and a photo edit. They show range, not usage statistics.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workflow data, not a customer result or performance claim. Vixl binds the chart to categories and series, so new numbers do not mean a new chart. In the PowerPoint export it is a native chart with an embedded workbook: open Edit Data and poke around.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included social campaign is a typed recipe: headline, description and accent go in, posts come out. Production fills in three CSV rows, runs the saved design suite and exports only the variants that pass. Nobody copies and pastes anything. Start from the supplied CSV and production request.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Vixl has timeline tracks, cameras, audio and rigged joint pose keys. The app demo in this kit ships ready, creating and delivered states with light and dark themes, explicit transitions, editable masters and reduced-motion PNGs. The teaser is an editable timeline exported to MP4 and GIF.</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checks cover bounds, flow, contrast, fonts and more. Saved suites turn margins, hierarchy and spacing into rules that pass or fail. Proof pages collect previews and findings offline. A passing check proves its rules, not your taste, so someone still looks at the render.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Unpack a .vixl master into stable JSON and hashed assets, review the diff in Git, then pack it back into a document. Branching history, project groups and reusable libraries cover the rest of teamwork. The included campaign has an unpacked source folder you can browse.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serves agents, the CLI serves scripts and CI, Python serves generators and notebooks, and REST serves integrations and live review. All share canonical operations. The server extra is needed for REST.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Supported vectors stay vector in SVG/PDF where possible; some features use reported raster fallbacks. PPTX preserves supported editable shapes, text, tables and charts. PSD export is layered pixels, not native editable type. CMYK is an export setting; ask your printer to confirm the profile.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users can use the installer from GitHub Releases. Developers need Python 3.11 or newer; clone the repo, then install its extras. Run the MCP command in an existing workspace. Vixl is source-available under PolyForm Small Business 1.0.0; read LICENSE for eligibility. Core authoring works locally. AI generation and vision need configured external providers.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28625"/>
            <a:ext cx="10668000" cy="1143000"/>
          </a:xfrm>
          <a:prstGeom prst="rect">
            <a:avLst/>
          </a:prstGeom>
        </p:spPr>
        <p:txBody>
          <a:bodyPr/>
          <a:lstStyle/>
          <a:p>
            <a:endParaRPr lang="en-US"/>
          </a:p>
        </p:txBody>
      </p:sp>
      <p:sp>
        <p:nvSpPr>
          <p:cNvPr id="3" name="Text Placeholder 2"/>
          <p:cNvSpPr>
            <a:spLocks noGrp="1"/>
          </p:cNvSpPr>
          <p:nvPr>
            <p:ph type="body" idx="1"/>
          </p:nvPr>
        </p:nvSpPr>
        <p:spPr>
          <a:xfrm>
            <a:off x="762000" y="1714500"/>
            <a:ext cx="10668000" cy="34290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defRPr sz="4400" kern="1200">
          <a:solidFill>
            <a:schemeClr val="tx1"/>
          </a:solidFill>
          <a:latin typeface="+mj-lt"/>
        </a:defRPr>
      </a:lvl1pPr>
    </p:titleStyle>
    <p:bodyStyle>
      <a:lvl1pPr marL="228600" indent="-228600">
        <a:defRPr sz="2800" kern="1200">
          <a:solidFill>
            <a:schemeClr val="tx1"/>
          </a:solidFill>
          <a:latin typeface="+mn-lt"/>
        </a:defRPr>
      </a:lvl1pPr>
    </p:bodyStyle>
    <p:otherStyle>
      <a:defPPr>
        <a:defRPr lang="en-US"/>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Chart1"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title">
    <p:bg>
      <p:bgPr>
        <a:solidFill>
          <a:srgbClr val="252B39"/>
        </a:solidFill>
        <a:effectLst/>
      </p:bgPr>
    </p:bg>
    <p:spTree>
      <p:nvGrpSpPr>
        <p:cNvPr id="1" name=""/>
        <p:cNvGrpSpPr/>
        <p:nvPr/>
      </p:nvGrpSpPr>
      <p:grpSpPr>
        <a:xfrm>
          <a:off x="0" y="0"/>
          <a:ext cx="0" cy="0"/>
          <a:chOff x="0" y="0"/>
          <a:chExt cx="0" cy="0"/>
        </a:xfrm>
      </p:grpSpPr>
      <p:grpSp>
        <p:nvGrpSpPr>
          <p:cNvPr id="21" name="footer-logo"/>
          <p:cNvGrpSpPr/>
          <p:nvPr/>
        </p:nvGrpSpPr>
        <p:grpSpPr>
          <a:xfrm>
            <a:off x="1047750" y="6127750"/>
            <a:ext cx="762000" cy="323850"/>
            <a:chOff x="0" y="0"/>
            <a:chExt cx="762000" cy="323850"/>
          </a:xfrm>
        </p:grpSpPr>
        <p:sp>
          <p:nvSpPr>
            <p:cNvPr id="2" name="footer-logo-v"/>
            <p:cNvSpPr/>
            <p:nvPr/>
          </p:nvSpPr>
          <p:spPr>
            <a:xfrm>
              <a:off x="0" y="88900"/>
              <a:ext cx="247650" cy="234950"/>
            </a:xfrm>
            <a:custGeom>
              <a:avLst/>
              <a:gdLst/>
              <a:ahLst/>
              <a:cxnLst/>
              <a:rect l="0" t="0" r="r" b="b"/>
              <a:pathLst>
                <a:path w="3900" h="3700">
                  <a:moveTo>
                    <a:pt x="52" y="32"/>
                  </a:moveTo>
                  <a:lnTo>
                    <a:pt x="1116" y="32"/>
                  </a:lnTo>
                  <a:lnTo>
                    <a:pt x="1965" y="2266"/>
                  </a:lnTo>
                  <a:lnTo>
                    <a:pt x="2813" y="32"/>
                  </a:lnTo>
                  <a:lnTo>
                    <a:pt x="3877" y="32"/>
                  </a:lnTo>
                  <a:lnTo>
                    <a:pt x="2497" y="3666"/>
                  </a:lnTo>
                  <a:lnTo>
                    <a:pt x="1433" y="3666"/>
                  </a:lnTo>
                  <a:lnTo>
                    <a:pt x="52" y="32"/>
                  </a:lnTo>
                  <a:close/>
                </a:path>
              </a:pathLst>
            </a:custGeom>
            <a:solidFill>
              <a:srgbClr val="FFFFFF"/>
            </a:solidFill>
            <a:ln>
              <a:noFill/>
            </a:ln>
          </p:spPr>
        </p:sp>
        <p:sp>
          <p:nvSpPr>
            <p:cNvPr id="3" name="footer-logo-i stem"/>
            <p:cNvSpPr/>
            <p:nvPr/>
          </p:nvSpPr>
          <p:spPr>
            <a:xfrm>
              <a:off x="285750" y="88900"/>
              <a:ext cx="69850" cy="234950"/>
            </a:xfrm>
            <a:custGeom>
              <a:avLst/>
              <a:gdLst/>
              <a:ahLst/>
              <a:cxnLst/>
              <a:rect l="0" t="0" r="r" b="b"/>
              <a:pathLst>
                <a:path w="1100" h="3700">
                  <a:moveTo>
                    <a:pt x="27" y="32"/>
                  </a:moveTo>
                  <a:lnTo>
                    <a:pt x="1022" y="32"/>
                  </a:lnTo>
                  <a:lnTo>
                    <a:pt x="1022" y="3666"/>
                  </a:lnTo>
                  <a:lnTo>
                    <a:pt x="27" y="3666"/>
                  </a:lnTo>
                  <a:lnTo>
                    <a:pt x="27" y="32"/>
                  </a:lnTo>
                  <a:close/>
                </a:path>
              </a:pathLst>
            </a:custGeom>
            <a:solidFill>
              <a:srgbClr val="FFFFFF"/>
            </a:solidFill>
            <a:ln>
              <a:noFill/>
            </a:ln>
          </p:spPr>
        </p:sp>
        <p:sp>
          <p:nvSpPr>
            <p:cNvPr id="4" name="footer-logo-i dot"/>
            <p:cNvSpPr/>
            <p:nvPr/>
          </p:nvSpPr>
          <p:spPr>
            <a:xfrm>
              <a:off x="285750" y="0"/>
              <a:ext cx="69850" cy="69850"/>
            </a:xfrm>
            <a:custGeom>
              <a:avLst/>
              <a:gdLst/>
              <a:ahLst/>
              <a:cxnLst/>
              <a:rect l="0" t="0" r="r" b="b"/>
              <a:pathLst>
                <a:path w="1100" h="1100">
                  <a:moveTo>
                    <a:pt x="27" y="17"/>
                  </a:moveTo>
                  <a:lnTo>
                    <a:pt x="1022" y="17"/>
                  </a:lnTo>
                  <a:lnTo>
                    <a:pt x="1022" y="1012"/>
                  </a:lnTo>
                  <a:lnTo>
                    <a:pt x="27" y="1012"/>
                  </a:lnTo>
                  <a:lnTo>
                    <a:pt x="27" y="17"/>
                  </a:lnTo>
                  <a:close/>
                </a:path>
              </a:pathLst>
            </a:custGeom>
            <a:solidFill>
              <a:srgbClr val="FFFFFF"/>
            </a:solidFill>
            <a:ln>
              <a:noFill/>
            </a:ln>
          </p:spPr>
        </p:sp>
        <p:sp>
          <p:nvSpPr>
            <p:cNvPr id="5" name="footer-logo-x"/>
            <p:cNvSpPr/>
            <p:nvPr/>
          </p:nvSpPr>
          <p:spPr>
            <a:xfrm>
              <a:off x="387350" y="88900"/>
              <a:ext cx="241300" cy="120650"/>
            </a:xfrm>
            <a:custGeom>
              <a:avLst/>
              <a:gdLst/>
              <a:ahLst/>
              <a:cxnLst/>
              <a:rect l="0" t="0" r="r" b="b"/>
              <a:pathLst>
                <a:path w="3800" h="1900">
                  <a:moveTo>
                    <a:pt x="72" y="32"/>
                  </a:moveTo>
                  <a:lnTo>
                    <a:pt x="1269" y="32"/>
                  </a:lnTo>
                  <a:lnTo>
                    <a:pt x="1889" y="956"/>
                  </a:lnTo>
                  <a:lnTo>
                    <a:pt x="2509" y="32"/>
                  </a:lnTo>
                  <a:lnTo>
                    <a:pt x="3706" y="32"/>
                  </a:lnTo>
                  <a:lnTo>
                    <a:pt x="2488" y="1849"/>
                  </a:lnTo>
                  <a:lnTo>
                    <a:pt x="1290" y="1849"/>
                  </a:lnTo>
                  <a:lnTo>
                    <a:pt x="72" y="32"/>
                  </a:lnTo>
                  <a:close/>
                </a:path>
              </a:pathLst>
            </a:custGeom>
            <a:solidFill>
              <a:srgbClr val="FFFFFF"/>
            </a:solidFill>
            <a:ln>
              <a:noFill/>
            </a:ln>
          </p:spPr>
        </p:sp>
        <p:sp>
          <p:nvSpPr>
            <p:cNvPr id="6" name="footer-logo-x reflection band 1"/>
            <p:cNvSpPr/>
            <p:nvPr/>
          </p:nvSpPr>
          <p:spPr>
            <a:xfrm>
              <a:off x="457200" y="203200"/>
              <a:ext cx="95250" cy="12700"/>
            </a:xfrm>
            <a:custGeom>
              <a:avLst/>
              <a:gdLst/>
              <a:ahLst/>
              <a:cxnLst/>
              <a:rect l="0" t="0" r="r" b="b"/>
              <a:pathLst>
                <a:path w="1500" h="200">
                  <a:moveTo>
                    <a:pt x="1483" y="192"/>
                  </a:moveTo>
                  <a:lnTo>
                    <a:pt x="1388" y="49"/>
                  </a:lnTo>
                  <a:lnTo>
                    <a:pt x="190" y="49"/>
                  </a:lnTo>
                  <a:lnTo>
                    <a:pt x="95" y="192"/>
                  </a:lnTo>
                  <a:lnTo>
                    <a:pt x="1483" y="192"/>
                  </a:lnTo>
                  <a:close/>
                </a:path>
              </a:pathLst>
            </a:custGeom>
            <a:solidFill>
              <a:srgbClr val="6A9AFF"/>
            </a:solidFill>
            <a:ln>
              <a:noFill/>
            </a:ln>
          </p:spPr>
        </p:sp>
        <p:sp>
          <p:nvSpPr>
            <p:cNvPr id="7" name="footer-logo-x reflection band 2"/>
            <p:cNvSpPr/>
            <p:nvPr/>
          </p:nvSpPr>
          <p:spPr>
            <a:xfrm>
              <a:off x="469900" y="222250"/>
              <a:ext cx="114300" cy="12700"/>
            </a:xfrm>
            <a:custGeom>
              <a:avLst/>
              <a:gdLst/>
              <a:ahLst/>
              <a:cxnLst/>
              <a:rect l="0" t="0" r="r" b="b"/>
              <a:pathLst>
                <a:path w="1800" h="200">
                  <a:moveTo>
                    <a:pt x="1763" y="152"/>
                  </a:moveTo>
                  <a:lnTo>
                    <a:pt x="1668" y="9"/>
                  </a:lnTo>
                  <a:lnTo>
                    <a:pt x="122" y="9"/>
                  </a:lnTo>
                  <a:lnTo>
                    <a:pt x="27" y="152"/>
                  </a:lnTo>
                  <a:lnTo>
                    <a:pt x="1763" y="152"/>
                  </a:lnTo>
                  <a:close/>
                </a:path>
              </a:pathLst>
            </a:custGeom>
            <a:solidFill>
              <a:srgbClr val="6A9AFF"/>
            </a:solidFill>
            <a:ln>
              <a:noFill/>
            </a:ln>
          </p:spPr>
        </p:sp>
        <p:sp>
          <p:nvSpPr>
            <p:cNvPr id="8" name="footer-logo-x reflection band 3"/>
            <p:cNvSpPr/>
            <p:nvPr/>
          </p:nvSpPr>
          <p:spPr>
            <a:xfrm>
              <a:off x="419100" y="234950"/>
              <a:ext cx="139700" cy="19050"/>
            </a:xfrm>
            <a:custGeom>
              <a:avLst/>
              <a:gdLst/>
              <a:ahLst/>
              <a:cxnLst/>
              <a:rect l="0" t="0" r="r" b="b"/>
              <a:pathLst>
                <a:path w="2200" h="300">
                  <a:moveTo>
                    <a:pt x="2164" y="211"/>
                  </a:moveTo>
                  <a:lnTo>
                    <a:pt x="2068" y="68"/>
                  </a:lnTo>
                  <a:lnTo>
                    <a:pt x="175" y="68"/>
                  </a:lnTo>
                  <a:lnTo>
                    <a:pt x="79" y="211"/>
                  </a:lnTo>
                  <a:lnTo>
                    <a:pt x="2164" y="211"/>
                  </a:lnTo>
                  <a:close/>
                </a:path>
              </a:pathLst>
            </a:custGeom>
            <a:solidFill>
              <a:srgbClr val="5B87E6"/>
            </a:solidFill>
            <a:ln>
              <a:noFill/>
            </a:ln>
          </p:spPr>
        </p:sp>
        <p:sp>
          <p:nvSpPr>
            <p:cNvPr id="9" name="footer-logo-x reflection band 4"/>
            <p:cNvSpPr/>
            <p:nvPr/>
          </p:nvSpPr>
          <p:spPr>
            <a:xfrm>
              <a:off x="450850" y="254000"/>
              <a:ext cx="165100" cy="12700"/>
            </a:xfrm>
            <a:custGeom>
              <a:avLst/>
              <a:gdLst/>
              <a:ahLst/>
              <a:cxnLst/>
              <a:rect l="0" t="0" r="r" b="b"/>
              <a:pathLst>
                <a:path w="2600" h="200">
                  <a:moveTo>
                    <a:pt x="1291" y="171"/>
                  </a:moveTo>
                  <a:lnTo>
                    <a:pt x="1310" y="142"/>
                  </a:lnTo>
                  <a:lnTo>
                    <a:pt x="1329" y="171"/>
                  </a:lnTo>
                  <a:lnTo>
                    <a:pt x="2526" y="171"/>
                  </a:lnTo>
                  <a:lnTo>
                    <a:pt x="2430" y="28"/>
                  </a:lnTo>
                  <a:lnTo>
                    <a:pt x="189" y="28"/>
                  </a:lnTo>
                  <a:lnTo>
                    <a:pt x="93" y="171"/>
                  </a:lnTo>
                  <a:lnTo>
                    <a:pt x="1291" y="171"/>
                  </a:lnTo>
                  <a:close/>
                </a:path>
              </a:pathLst>
            </a:custGeom>
            <a:solidFill>
              <a:srgbClr val="5B87E6"/>
            </a:solidFill>
            <a:ln>
              <a:noFill/>
            </a:ln>
          </p:spPr>
        </p:sp>
        <p:sp>
          <p:nvSpPr>
            <p:cNvPr id="10" name="footer-logo-x reflection band 5"/>
            <p:cNvSpPr/>
            <p:nvPr/>
          </p:nvSpPr>
          <p:spPr>
            <a:xfrm>
              <a:off x="393700" y="266700"/>
              <a:ext cx="184150" cy="19050"/>
            </a:xfrm>
            <a:custGeom>
              <a:avLst/>
              <a:gdLst/>
              <a:ahLst/>
              <a:cxnLst/>
              <a:rect l="0" t="0" r="r" b="b"/>
              <a:pathLst>
                <a:path w="2900" h="300">
                  <a:moveTo>
                    <a:pt x="1252" y="230"/>
                  </a:moveTo>
                  <a:lnTo>
                    <a:pt x="1347" y="88"/>
                  </a:lnTo>
                  <a:lnTo>
                    <a:pt x="1542" y="88"/>
                  </a:lnTo>
                  <a:lnTo>
                    <a:pt x="1638" y="230"/>
                  </a:lnTo>
                  <a:lnTo>
                    <a:pt x="2835" y="230"/>
                  </a:lnTo>
                  <a:lnTo>
                    <a:pt x="2740" y="88"/>
                  </a:lnTo>
                  <a:lnTo>
                    <a:pt x="150" y="88"/>
                  </a:lnTo>
                  <a:lnTo>
                    <a:pt x="54" y="230"/>
                  </a:lnTo>
                  <a:lnTo>
                    <a:pt x="1252" y="230"/>
                  </a:lnTo>
                  <a:close/>
                </a:path>
              </a:pathLst>
            </a:custGeom>
            <a:solidFill>
              <a:srgbClr val="4A6FC0"/>
            </a:solidFill>
            <a:ln>
              <a:noFill/>
            </a:ln>
          </p:spPr>
        </p:sp>
        <p:sp>
          <p:nvSpPr>
            <p:cNvPr id="11" name="footer-logo-x reflection band 6"/>
            <p:cNvSpPr/>
            <p:nvPr/>
          </p:nvSpPr>
          <p:spPr>
            <a:xfrm>
              <a:off x="438150" y="285750"/>
              <a:ext cx="203200" cy="12700"/>
            </a:xfrm>
            <a:custGeom>
              <a:avLst/>
              <a:gdLst/>
              <a:ahLst/>
              <a:cxnLst/>
              <a:rect l="0" t="0" r="r" b="b"/>
              <a:pathLst>
                <a:path w="3200" h="200">
                  <a:moveTo>
                    <a:pt x="1219" y="190"/>
                  </a:moveTo>
                  <a:lnTo>
                    <a:pt x="1315" y="47"/>
                  </a:lnTo>
                  <a:lnTo>
                    <a:pt x="1858" y="47"/>
                  </a:lnTo>
                  <a:lnTo>
                    <a:pt x="1953" y="190"/>
                  </a:lnTo>
                  <a:lnTo>
                    <a:pt x="3151" y="190"/>
                  </a:lnTo>
                  <a:lnTo>
                    <a:pt x="3055" y="47"/>
                  </a:lnTo>
                  <a:lnTo>
                    <a:pt x="117" y="47"/>
                  </a:lnTo>
                  <a:lnTo>
                    <a:pt x="22" y="190"/>
                  </a:lnTo>
                  <a:lnTo>
                    <a:pt x="1219" y="190"/>
                  </a:lnTo>
                  <a:close/>
                </a:path>
              </a:pathLst>
            </a:custGeom>
            <a:solidFill>
              <a:srgbClr val="4A6FC0"/>
            </a:solidFill>
            <a:ln>
              <a:noFill/>
            </a:ln>
          </p:spPr>
        </p:sp>
        <p:sp>
          <p:nvSpPr>
            <p:cNvPr id="12" name="footer-logo-x reflection band 7"/>
            <p:cNvSpPr/>
            <p:nvPr/>
          </p:nvSpPr>
          <p:spPr>
            <a:xfrm>
              <a:off x="381000" y="304800"/>
              <a:ext cx="228600" cy="12700"/>
            </a:xfrm>
            <a:custGeom>
              <a:avLst/>
              <a:gdLst/>
              <a:ahLst/>
              <a:cxnLst/>
              <a:rect l="0" t="0" r="r" b="b"/>
              <a:pathLst>
                <a:path w="3600" h="200">
                  <a:moveTo>
                    <a:pt x="1257" y="149"/>
                  </a:moveTo>
                  <a:lnTo>
                    <a:pt x="1352" y="7"/>
                  </a:lnTo>
                  <a:lnTo>
                    <a:pt x="2243" y="7"/>
                  </a:lnTo>
                  <a:lnTo>
                    <a:pt x="2339" y="149"/>
                  </a:lnTo>
                  <a:lnTo>
                    <a:pt x="3536" y="149"/>
                  </a:lnTo>
                  <a:lnTo>
                    <a:pt x="3441" y="7"/>
                  </a:lnTo>
                  <a:lnTo>
                    <a:pt x="155" y="7"/>
                  </a:lnTo>
                  <a:lnTo>
                    <a:pt x="59" y="149"/>
                  </a:lnTo>
                  <a:lnTo>
                    <a:pt x="1257" y="149"/>
                  </a:lnTo>
                  <a:close/>
                </a:path>
              </a:pathLst>
            </a:custGeom>
            <a:solidFill>
              <a:srgbClr val="3A5288"/>
            </a:solidFill>
            <a:ln>
              <a:noFill/>
            </a:ln>
          </p:spPr>
        </p:sp>
        <p:sp>
          <p:nvSpPr>
            <p:cNvPr id="13" name="footer-logo-l"/>
            <p:cNvSpPr/>
            <p:nvPr/>
          </p:nvSpPr>
          <p:spPr>
            <a:xfrm>
              <a:off x="660400" y="0"/>
              <a:ext cx="69850" cy="209550"/>
            </a:xfrm>
            <a:custGeom>
              <a:avLst/>
              <a:gdLst/>
              <a:ahLst/>
              <a:cxnLst/>
              <a:rect l="0" t="0" r="r" b="b"/>
              <a:pathLst>
                <a:path w="1100" h="3300">
                  <a:moveTo>
                    <a:pt x="56" y="17"/>
                  </a:moveTo>
                  <a:lnTo>
                    <a:pt x="1051" y="17"/>
                  </a:lnTo>
                  <a:lnTo>
                    <a:pt x="1051" y="3249"/>
                  </a:lnTo>
                  <a:lnTo>
                    <a:pt x="56" y="3249"/>
                  </a:lnTo>
                  <a:lnTo>
                    <a:pt x="56" y="17"/>
                  </a:lnTo>
                  <a:close/>
                </a:path>
              </a:pathLst>
            </a:custGeom>
            <a:solidFill>
              <a:srgbClr val="FFFFFF"/>
            </a:solidFill>
            <a:ln>
              <a:noFill/>
            </a:ln>
          </p:spPr>
        </p:sp>
        <p:sp>
          <p:nvSpPr>
            <p:cNvPr id="14" name="footer-logo-l reflection band 1"/>
            <p:cNvSpPr/>
            <p:nvPr/>
          </p:nvSpPr>
          <p:spPr>
            <a:xfrm>
              <a:off x="660400" y="203200"/>
              <a:ext cx="69850" cy="12700"/>
            </a:xfrm>
            <a:custGeom>
              <a:avLst/>
              <a:gdLst/>
              <a:ahLst/>
              <a:cxnLst/>
              <a:rect l="0" t="0" r="r" b="b"/>
              <a:pathLst>
                <a:path w="1100" h="200">
                  <a:moveTo>
                    <a:pt x="56" y="49"/>
                  </a:moveTo>
                  <a:lnTo>
                    <a:pt x="1051" y="49"/>
                  </a:lnTo>
                  <a:lnTo>
                    <a:pt x="1051" y="192"/>
                  </a:lnTo>
                  <a:lnTo>
                    <a:pt x="56" y="192"/>
                  </a:lnTo>
                  <a:lnTo>
                    <a:pt x="56" y="49"/>
                  </a:lnTo>
                  <a:close/>
                </a:path>
              </a:pathLst>
            </a:custGeom>
            <a:solidFill>
              <a:srgbClr val="6A9AFF"/>
            </a:solidFill>
            <a:ln>
              <a:noFill/>
            </a:ln>
          </p:spPr>
        </p:sp>
        <p:sp>
          <p:nvSpPr>
            <p:cNvPr id="15" name="footer-logo-l reflection band 2"/>
            <p:cNvSpPr/>
            <p:nvPr/>
          </p:nvSpPr>
          <p:spPr>
            <a:xfrm>
              <a:off x="679450" y="222250"/>
              <a:ext cx="69850" cy="12700"/>
            </a:xfrm>
            <a:custGeom>
              <a:avLst/>
              <a:gdLst/>
              <a:ahLst/>
              <a:cxnLst/>
              <a:rect l="0" t="0" r="r" b="b"/>
              <a:pathLst>
                <a:path w="1100" h="200">
                  <a:moveTo>
                    <a:pt x="1057" y="9"/>
                  </a:moveTo>
                  <a:lnTo>
                    <a:pt x="1057" y="152"/>
                  </a:lnTo>
                  <a:lnTo>
                    <a:pt x="62" y="152"/>
                  </a:lnTo>
                  <a:lnTo>
                    <a:pt x="62" y="9"/>
                  </a:lnTo>
                  <a:lnTo>
                    <a:pt x="1057" y="9"/>
                  </a:lnTo>
                  <a:close/>
                </a:path>
              </a:pathLst>
            </a:custGeom>
            <a:solidFill>
              <a:srgbClr val="6A9AFF"/>
            </a:solidFill>
            <a:ln>
              <a:noFill/>
            </a:ln>
          </p:spPr>
        </p:sp>
        <p:sp>
          <p:nvSpPr>
            <p:cNvPr id="16" name="footer-logo-l reflection band 3"/>
            <p:cNvSpPr/>
            <p:nvPr/>
          </p:nvSpPr>
          <p:spPr>
            <a:xfrm>
              <a:off x="641350" y="234950"/>
              <a:ext cx="69850" cy="19050"/>
            </a:xfrm>
            <a:custGeom>
              <a:avLst/>
              <a:gdLst/>
              <a:ahLst/>
              <a:cxnLst/>
              <a:rect l="0" t="0" r="r" b="b"/>
              <a:pathLst>
                <a:path w="1100" h="300">
                  <a:moveTo>
                    <a:pt x="1083" y="68"/>
                  </a:moveTo>
                  <a:lnTo>
                    <a:pt x="1083" y="211"/>
                  </a:lnTo>
                  <a:lnTo>
                    <a:pt x="88" y="211"/>
                  </a:lnTo>
                  <a:lnTo>
                    <a:pt x="88" y="68"/>
                  </a:lnTo>
                  <a:lnTo>
                    <a:pt x="1083" y="68"/>
                  </a:lnTo>
                  <a:close/>
                </a:path>
              </a:pathLst>
            </a:custGeom>
            <a:solidFill>
              <a:srgbClr val="5B87E6"/>
            </a:solidFill>
            <a:ln>
              <a:noFill/>
            </a:ln>
          </p:spPr>
        </p:sp>
        <p:sp>
          <p:nvSpPr>
            <p:cNvPr id="17" name="footer-logo-l reflection band 4"/>
            <p:cNvSpPr/>
            <p:nvPr/>
          </p:nvSpPr>
          <p:spPr>
            <a:xfrm>
              <a:off x="685800" y="254000"/>
              <a:ext cx="69850" cy="12700"/>
            </a:xfrm>
            <a:custGeom>
              <a:avLst/>
              <a:gdLst/>
              <a:ahLst/>
              <a:cxnLst/>
              <a:rect l="0" t="0" r="r" b="b"/>
              <a:pathLst>
                <a:path w="1100" h="200">
                  <a:moveTo>
                    <a:pt x="1071" y="28"/>
                  </a:moveTo>
                  <a:lnTo>
                    <a:pt x="1071" y="171"/>
                  </a:lnTo>
                  <a:lnTo>
                    <a:pt x="77" y="171"/>
                  </a:lnTo>
                  <a:lnTo>
                    <a:pt x="77" y="28"/>
                  </a:lnTo>
                  <a:lnTo>
                    <a:pt x="1071" y="28"/>
                  </a:lnTo>
                  <a:close/>
                </a:path>
              </a:pathLst>
            </a:custGeom>
            <a:solidFill>
              <a:srgbClr val="5B87E6"/>
            </a:solidFill>
            <a:ln>
              <a:noFill/>
            </a:ln>
          </p:spPr>
        </p:sp>
        <p:sp>
          <p:nvSpPr>
            <p:cNvPr id="18" name="footer-logo-l reflection band 5"/>
            <p:cNvSpPr/>
            <p:nvPr/>
          </p:nvSpPr>
          <p:spPr>
            <a:xfrm>
              <a:off x="641350" y="266700"/>
              <a:ext cx="69850" cy="19050"/>
            </a:xfrm>
            <a:custGeom>
              <a:avLst/>
              <a:gdLst/>
              <a:ahLst/>
              <a:cxnLst/>
              <a:rect l="0" t="0" r="r" b="b"/>
              <a:pathLst>
                <a:path w="1100" h="300">
                  <a:moveTo>
                    <a:pt x="1006" y="88"/>
                  </a:moveTo>
                  <a:lnTo>
                    <a:pt x="1006" y="230"/>
                  </a:lnTo>
                  <a:lnTo>
                    <a:pt x="12" y="230"/>
                  </a:lnTo>
                  <a:lnTo>
                    <a:pt x="12" y="88"/>
                  </a:lnTo>
                  <a:lnTo>
                    <a:pt x="1006" y="88"/>
                  </a:lnTo>
                  <a:close/>
                </a:path>
              </a:pathLst>
            </a:custGeom>
            <a:solidFill>
              <a:srgbClr val="4A6FC0"/>
            </a:solidFill>
            <a:ln>
              <a:noFill/>
            </a:ln>
          </p:spPr>
        </p:sp>
        <p:sp>
          <p:nvSpPr>
            <p:cNvPr id="19" name="footer-logo-l reflection band 6"/>
            <p:cNvSpPr/>
            <p:nvPr/>
          </p:nvSpPr>
          <p:spPr>
            <a:xfrm>
              <a:off x="692150" y="285750"/>
              <a:ext cx="69850" cy="12700"/>
            </a:xfrm>
            <a:custGeom>
              <a:avLst/>
              <a:gdLst/>
              <a:ahLst/>
              <a:cxnLst/>
              <a:rect l="0" t="0" r="r" b="b"/>
              <a:pathLst>
                <a:path w="1100" h="200">
                  <a:moveTo>
                    <a:pt x="1048" y="47"/>
                  </a:moveTo>
                  <a:lnTo>
                    <a:pt x="1048" y="190"/>
                  </a:lnTo>
                  <a:lnTo>
                    <a:pt x="53" y="190"/>
                  </a:lnTo>
                  <a:lnTo>
                    <a:pt x="53" y="47"/>
                  </a:lnTo>
                  <a:lnTo>
                    <a:pt x="1048" y="47"/>
                  </a:lnTo>
                  <a:close/>
                </a:path>
              </a:pathLst>
            </a:custGeom>
            <a:solidFill>
              <a:srgbClr val="4A6FC0"/>
            </a:solidFill>
            <a:ln>
              <a:noFill/>
            </a:ln>
          </p:spPr>
        </p:sp>
        <p:sp>
          <p:nvSpPr>
            <p:cNvPr id="20" name="footer-logo-l reflection band 7"/>
            <p:cNvSpPr/>
            <p:nvPr/>
          </p:nvSpPr>
          <p:spPr>
            <a:xfrm>
              <a:off x="647700" y="304800"/>
              <a:ext cx="69850" cy="12700"/>
            </a:xfrm>
            <a:custGeom>
              <a:avLst/>
              <a:gdLst/>
              <a:ahLst/>
              <a:cxnLst/>
              <a:rect l="0" t="0" r="r" b="b"/>
              <a:pathLst>
                <a:path w="1100" h="200">
                  <a:moveTo>
                    <a:pt x="1059" y="7"/>
                  </a:moveTo>
                  <a:lnTo>
                    <a:pt x="1059" y="149"/>
                  </a:lnTo>
                  <a:lnTo>
                    <a:pt x="65" y="149"/>
                  </a:lnTo>
                  <a:lnTo>
                    <a:pt x="65" y="7"/>
                  </a:lnTo>
                  <a:lnTo>
                    <a:pt x="1059" y="7"/>
                  </a:lnTo>
                  <a:close/>
                </a:path>
              </a:pathLst>
            </a:custGeom>
            <a:solidFill>
              <a:srgbClr val="3A5288"/>
            </a:solidFill>
            <a:ln>
              <a:noFill/>
            </a:ln>
          </p:spPr>
        </p:sp>
      </p:grpSp>
      <p:sp>
        <p:nvSpPr>
          <p:cNvPr id="22" name="page-num"/>
          <p:cNvSpPr txBox="1"/>
          <p:nvPr/>
        </p:nvSpPr>
        <p:spPr>
          <a:xfrm>
            <a:off x="10604500" y="6206744"/>
            <a:ext cx="781050" cy="194056"/>
          </a:xfrm>
          <a:prstGeom prst="rect">
            <a:avLst/>
          </a:prstGeom>
          <a:noFill/>
        </p:spPr>
        <p:txBody>
          <a:bodyPr wrap="square" lIns="0" tIns="0" rIns="0" bIns="0" rtlCol="0" anchor="t">
            <a:noAutofit/>
          </a:bodyPr>
          <a:lstStyle/>
          <a:p>
            <a:pPr algn="l">
              <a:lnSpc>
                <a:spcPts val="1734"/>
              </a:lnSpc>
              <a:buNone/>
            </a:pPr>
            <a:r>
              <a:rPr lang="en-US" sz="1200" dirty="0">
                <a:solidFill>
                  <a:srgbClr val="AEB7CA"/>
                </a:solidFill>
                <a:latin typeface="JetBrains Mono"/>
                <a:ea typeface="JetBrains Mono"/>
                <a:cs typeface="JetBrains Mono"/>
              </a:rPr>
              <a:t>1 / 12</a:t>
            </a:r>
            <a:endParaRPr lang="en-US" sz="1200" dirty="0"/>
          </a:p>
        </p:txBody>
      </p:sp>
      <p:sp>
        <p:nvSpPr>
          <p:cNvPr id="23" name="kicker"/>
          <p:cNvSpPr txBox="1"/>
          <p:nvPr/>
        </p:nvSpPr>
        <p:spPr>
          <a:xfrm>
            <a:off x="889000" y="575818"/>
            <a:ext cx="4802188" cy="230632"/>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VIXL / A DESIGN ENGINE FOR AI AGENTS</a:t>
            </a:r>
            <a:endParaRPr lang="en-US" sz="1400" dirty="0"/>
          </a:p>
        </p:txBody>
      </p:sp>
      <p:sp>
        <p:nvSpPr>
          <p:cNvPr id="24" name="headline"/>
          <p:cNvSpPr>
            <a:spLocks noGrp="1"/>
          </p:cNvSpPr>
          <p:nvPr>
            <p:ph type="title"/>
          </p:nvPr>
        </p:nvSpPr>
        <p:spPr>
          <a:xfrm>
            <a:off x="889000" y="1316078"/>
            <a:ext cx="4889500" cy="1103272"/>
          </a:xfrm>
          <a:prstGeom prst="rect">
            <a:avLst/>
          </a:prstGeom>
          <a:noFill/>
        </p:spPr>
        <p:txBody>
          <a:bodyPr wrap="square" lIns="0" tIns="0" rIns="0" bIns="0" rtlCol="0" anchor="t">
            <a:noAutofit/>
          </a:bodyPr>
          <a:lstStyle/>
          <a:p>
            <a:pPr algn="l">
              <a:lnSpc>
                <a:spcPts val="4324"/>
              </a:lnSpc>
              <a:spcBef>
                <a:spcPts val="0"/>
              </a:spcBef>
              <a:spcAft>
                <a:spcPts val="0"/>
              </a:spcAft>
              <a:buNone/>
            </a:pPr>
            <a:r>
              <a:rPr lang="en-US" sz="4700" b="1" dirty="0">
                <a:solidFill>
                  <a:srgbClr val="FFFFFF"/>
                </a:solidFill>
                <a:latin typeface="Inter Tight"/>
                <a:ea typeface="Inter Tight"/>
                <a:cs typeface="Inter Tight"/>
              </a:rPr>
              <a:t>Ideas become</a:t>
            </a:r>
            <a:endParaRPr lang="en-US" sz="4700" dirty="0"/>
          </a:p>
          <a:p>
            <a:pPr algn="l">
              <a:lnSpc>
                <a:spcPts val="4324"/>
              </a:lnSpc>
              <a:spcBef>
                <a:spcPts val="0"/>
              </a:spcBef>
              <a:spcAft>
                <a:spcPts val="0"/>
              </a:spcAft>
              <a:buNone/>
            </a:pPr>
            <a:r>
              <a:rPr lang="en-US" sz="4700" b="1" dirty="0">
                <a:solidFill>
                  <a:srgbClr val="6A9AFF"/>
                </a:solidFill>
                <a:latin typeface="Inter Tight"/>
                <a:ea typeface="Inter Tight"/>
                <a:cs typeface="Inter Tight"/>
              </a:rPr>
              <a:t>editable.</a:t>
            </a:r>
            <a:endParaRPr lang="en-US" sz="4700" dirty="0"/>
          </a:p>
        </p:txBody>
      </p:sp>
      <p:grpSp>
        <p:nvGrpSpPr>
          <p:cNvPr id="33" name="mark"/>
          <p:cNvGrpSpPr/>
          <p:nvPr/>
        </p:nvGrpSpPr>
        <p:grpSpPr>
          <a:xfrm>
            <a:off x="8561384" y="2322183"/>
            <a:ext cx="1863733" cy="1642134"/>
            <a:chOff x="0" y="0"/>
            <a:chExt cx="3313303" cy="2919349"/>
          </a:xfrm>
        </p:grpSpPr>
        <p:sp>
          <p:nvSpPr>
            <p:cNvPr id="25" name="mark-part-0"/>
            <p:cNvSpPr/>
            <p:nvPr/>
          </p:nvSpPr>
          <p:spPr>
            <a:xfrm>
              <a:off x="93726" y="0"/>
              <a:ext cx="3016250" cy="1508125"/>
            </a:xfrm>
            <a:custGeom>
              <a:avLst/>
              <a:gdLst/>
              <a:ahLst/>
              <a:cxnLst/>
              <a:rect l="0" t="0" r="r" b="b"/>
              <a:pathLst>
                <a:path w="47500" h="23750">
                  <a:moveTo>
                    <a:pt x="0" y="0"/>
                  </a:moveTo>
                  <a:lnTo>
                    <a:pt x="15652" y="0"/>
                  </a:lnTo>
                  <a:lnTo>
                    <a:pt x="23750" y="12078"/>
                  </a:lnTo>
                  <a:lnTo>
                    <a:pt x="31848" y="0"/>
                  </a:lnTo>
                  <a:lnTo>
                    <a:pt x="47500" y="0"/>
                  </a:lnTo>
                  <a:lnTo>
                    <a:pt x="31576" y="23750"/>
                  </a:lnTo>
                  <a:lnTo>
                    <a:pt x="15924" y="23750"/>
                  </a:lnTo>
                  <a:lnTo>
                    <a:pt x="0" y="0"/>
                  </a:lnTo>
                  <a:close/>
                </a:path>
              </a:pathLst>
            </a:custGeom>
            <a:solidFill>
              <a:srgbClr val="FFFFFF"/>
            </a:solidFill>
            <a:ln>
              <a:noFill/>
            </a:ln>
          </p:spPr>
        </p:sp>
        <p:sp>
          <p:nvSpPr>
            <p:cNvPr id="26" name="mark-part-1"/>
            <p:cNvSpPr/>
            <p:nvPr/>
          </p:nvSpPr>
          <p:spPr>
            <a:xfrm>
              <a:off x="1025462" y="1508125"/>
              <a:ext cx="1152779" cy="118491"/>
            </a:xfrm>
            <a:custGeom>
              <a:avLst/>
              <a:gdLst/>
              <a:ahLst/>
              <a:cxnLst/>
              <a:rect l="0" t="0" r="r" b="b"/>
              <a:pathLst>
                <a:path w="18154" h="1866">
                  <a:moveTo>
                    <a:pt x="18154" y="1866"/>
                  </a:moveTo>
                  <a:lnTo>
                    <a:pt x="16903" y="0"/>
                  </a:lnTo>
                  <a:lnTo>
                    <a:pt x="1251" y="0"/>
                  </a:lnTo>
                  <a:lnTo>
                    <a:pt x="0" y="1866"/>
                  </a:lnTo>
                  <a:lnTo>
                    <a:pt x="18154" y="1866"/>
                  </a:lnTo>
                  <a:close/>
                </a:path>
              </a:pathLst>
            </a:custGeom>
            <a:solidFill>
              <a:srgbClr val="6A9AFF"/>
            </a:solidFill>
            <a:ln>
              <a:noFill/>
            </a:ln>
          </p:spPr>
        </p:sp>
        <p:sp>
          <p:nvSpPr>
            <p:cNvPr id="27" name="mark-part-2"/>
            <p:cNvSpPr/>
            <p:nvPr/>
          </p:nvSpPr>
          <p:spPr>
            <a:xfrm>
              <a:off x="1135062" y="1723580"/>
              <a:ext cx="1441704" cy="118491"/>
            </a:xfrm>
            <a:custGeom>
              <a:avLst/>
              <a:gdLst/>
              <a:ahLst/>
              <a:cxnLst/>
              <a:rect l="0" t="0" r="r" b="b"/>
              <a:pathLst>
                <a:path w="22704" h="1866">
                  <a:moveTo>
                    <a:pt x="22704" y="1866"/>
                  </a:moveTo>
                  <a:lnTo>
                    <a:pt x="21453" y="0"/>
                  </a:lnTo>
                  <a:lnTo>
                    <a:pt x="1251" y="0"/>
                  </a:lnTo>
                  <a:lnTo>
                    <a:pt x="0" y="1866"/>
                  </a:lnTo>
                  <a:lnTo>
                    <a:pt x="22704" y="1866"/>
                  </a:lnTo>
                  <a:close/>
                </a:path>
              </a:pathLst>
            </a:custGeom>
            <a:solidFill>
              <a:srgbClr val="6A9AFF"/>
            </a:solidFill>
            <a:ln>
              <a:noFill/>
            </a:ln>
          </p:spPr>
        </p:sp>
        <p:sp>
          <p:nvSpPr>
            <p:cNvPr id="28" name="mark-part-3"/>
            <p:cNvSpPr/>
            <p:nvPr/>
          </p:nvSpPr>
          <p:spPr>
            <a:xfrm>
              <a:off x="514350" y="1939036"/>
              <a:ext cx="1730629" cy="118491"/>
            </a:xfrm>
            <a:custGeom>
              <a:avLst/>
              <a:gdLst/>
              <a:ahLst/>
              <a:cxnLst/>
              <a:rect l="0" t="0" r="r" b="b"/>
              <a:pathLst>
                <a:path w="27254" h="1866">
                  <a:moveTo>
                    <a:pt x="27254" y="1866"/>
                  </a:moveTo>
                  <a:lnTo>
                    <a:pt x="26002" y="0"/>
                  </a:lnTo>
                  <a:lnTo>
                    <a:pt x="1251" y="0"/>
                  </a:lnTo>
                  <a:lnTo>
                    <a:pt x="0" y="1866"/>
                  </a:lnTo>
                  <a:lnTo>
                    <a:pt x="27254" y="1866"/>
                  </a:lnTo>
                  <a:close/>
                </a:path>
              </a:pathLst>
            </a:custGeom>
            <a:solidFill>
              <a:srgbClr val="5B87E6"/>
            </a:solidFill>
            <a:ln>
              <a:noFill/>
            </a:ln>
          </p:spPr>
        </p:sp>
        <p:sp>
          <p:nvSpPr>
            <p:cNvPr id="29" name="mark-part-4"/>
            <p:cNvSpPr/>
            <p:nvPr/>
          </p:nvSpPr>
          <p:spPr>
            <a:xfrm>
              <a:off x="941388" y="2154492"/>
              <a:ext cx="2019490" cy="118491"/>
            </a:xfrm>
            <a:custGeom>
              <a:avLst/>
              <a:gdLst/>
              <a:ahLst/>
              <a:cxnLst/>
              <a:rect l="0" t="0" r="r" b="b"/>
              <a:pathLst>
                <a:path w="31803" h="1866">
                  <a:moveTo>
                    <a:pt x="15652" y="1866"/>
                  </a:moveTo>
                  <a:lnTo>
                    <a:pt x="15902" y="1493"/>
                  </a:lnTo>
                  <a:lnTo>
                    <a:pt x="16152" y="1866"/>
                  </a:lnTo>
                  <a:lnTo>
                    <a:pt x="31803" y="1866"/>
                  </a:lnTo>
                  <a:lnTo>
                    <a:pt x="30552" y="0"/>
                  </a:lnTo>
                  <a:lnTo>
                    <a:pt x="1251" y="0"/>
                  </a:lnTo>
                  <a:lnTo>
                    <a:pt x="0" y="1866"/>
                  </a:lnTo>
                  <a:lnTo>
                    <a:pt x="15652" y="1866"/>
                  </a:lnTo>
                  <a:close/>
                </a:path>
              </a:pathLst>
            </a:custGeom>
            <a:solidFill>
              <a:srgbClr val="5B87E6"/>
            </a:solidFill>
            <a:ln>
              <a:noFill/>
            </a:ln>
          </p:spPr>
        </p:sp>
        <p:sp>
          <p:nvSpPr>
            <p:cNvPr id="30" name="mark-part-5"/>
            <p:cNvSpPr/>
            <p:nvPr/>
          </p:nvSpPr>
          <p:spPr>
            <a:xfrm>
              <a:off x="161925" y="2369947"/>
              <a:ext cx="2308416" cy="118491"/>
            </a:xfrm>
            <a:custGeom>
              <a:avLst/>
              <a:gdLst/>
              <a:ahLst/>
              <a:cxnLst/>
              <a:rect l="0" t="0" r="r" b="b"/>
              <a:pathLst>
                <a:path w="36353" h="1866">
                  <a:moveTo>
                    <a:pt x="15652" y="1866"/>
                  </a:moveTo>
                  <a:lnTo>
                    <a:pt x="16903" y="0"/>
                  </a:lnTo>
                  <a:lnTo>
                    <a:pt x="19450" y="0"/>
                  </a:lnTo>
                  <a:lnTo>
                    <a:pt x="20701" y="1866"/>
                  </a:lnTo>
                  <a:lnTo>
                    <a:pt x="36353" y="1866"/>
                  </a:lnTo>
                  <a:lnTo>
                    <a:pt x="35102" y="0"/>
                  </a:lnTo>
                  <a:lnTo>
                    <a:pt x="1251" y="0"/>
                  </a:lnTo>
                  <a:lnTo>
                    <a:pt x="0" y="1866"/>
                  </a:lnTo>
                  <a:lnTo>
                    <a:pt x="15652" y="1866"/>
                  </a:lnTo>
                  <a:close/>
                </a:path>
              </a:pathLst>
            </a:custGeom>
            <a:solidFill>
              <a:srgbClr val="4A6FC0"/>
            </a:solidFill>
            <a:ln>
              <a:noFill/>
            </a:ln>
          </p:spPr>
        </p:sp>
        <p:sp>
          <p:nvSpPr>
            <p:cNvPr id="31" name="mark-part-6"/>
            <p:cNvSpPr/>
            <p:nvPr/>
          </p:nvSpPr>
          <p:spPr>
            <a:xfrm>
              <a:off x="715962" y="2585402"/>
              <a:ext cx="2597340" cy="118491"/>
            </a:xfrm>
            <a:custGeom>
              <a:avLst/>
              <a:gdLst/>
              <a:ahLst/>
              <a:cxnLst/>
              <a:rect l="0" t="0" r="r" b="b"/>
              <a:pathLst>
                <a:path w="40903" h="1866">
                  <a:moveTo>
                    <a:pt x="15652" y="1866"/>
                  </a:moveTo>
                  <a:lnTo>
                    <a:pt x="16903" y="0"/>
                  </a:lnTo>
                  <a:lnTo>
                    <a:pt x="24000" y="0"/>
                  </a:lnTo>
                  <a:lnTo>
                    <a:pt x="25251" y="1866"/>
                  </a:lnTo>
                  <a:lnTo>
                    <a:pt x="40903" y="1866"/>
                  </a:lnTo>
                  <a:lnTo>
                    <a:pt x="39652" y="0"/>
                  </a:lnTo>
                  <a:lnTo>
                    <a:pt x="1251" y="0"/>
                  </a:lnTo>
                  <a:lnTo>
                    <a:pt x="0" y="1866"/>
                  </a:lnTo>
                  <a:lnTo>
                    <a:pt x="15652" y="1866"/>
                  </a:lnTo>
                  <a:close/>
                </a:path>
              </a:pathLst>
            </a:custGeom>
            <a:solidFill>
              <a:srgbClr val="4A6FC0"/>
            </a:solidFill>
            <a:ln>
              <a:noFill/>
            </a:ln>
          </p:spPr>
        </p:sp>
        <p:sp>
          <p:nvSpPr>
            <p:cNvPr id="32" name="mark-part-7"/>
            <p:cNvSpPr/>
            <p:nvPr/>
          </p:nvSpPr>
          <p:spPr>
            <a:xfrm>
              <a:off x="0" y="2800858"/>
              <a:ext cx="2886266" cy="118491"/>
            </a:xfrm>
            <a:custGeom>
              <a:avLst/>
              <a:gdLst/>
              <a:ahLst/>
              <a:cxnLst/>
              <a:rect l="0" t="0" r="r" b="b"/>
              <a:pathLst>
                <a:path w="45453" h="1866">
                  <a:moveTo>
                    <a:pt x="15652" y="1866"/>
                  </a:moveTo>
                  <a:lnTo>
                    <a:pt x="16903" y="0"/>
                  </a:lnTo>
                  <a:lnTo>
                    <a:pt x="28550" y="0"/>
                  </a:lnTo>
                  <a:lnTo>
                    <a:pt x="29801" y="1866"/>
                  </a:lnTo>
                  <a:lnTo>
                    <a:pt x="45453" y="1866"/>
                  </a:lnTo>
                  <a:lnTo>
                    <a:pt x="44201" y="0"/>
                  </a:lnTo>
                  <a:lnTo>
                    <a:pt x="1251" y="0"/>
                  </a:lnTo>
                  <a:lnTo>
                    <a:pt x="0" y="1866"/>
                  </a:lnTo>
                  <a:lnTo>
                    <a:pt x="15652" y="1866"/>
                  </a:lnTo>
                  <a:close/>
                </a:path>
              </a:pathLst>
            </a:custGeom>
            <a:solidFill>
              <a:srgbClr val="3A5288"/>
            </a:solidFill>
            <a:ln>
              <a:noFill/>
            </a:ln>
          </p:spPr>
        </p:sp>
      </p:grpSp>
      <p:sp>
        <p:nvSpPr>
          <p:cNvPr id="34" name="sub"/>
          <p:cNvSpPr txBox="1"/>
          <p:nvPr/>
        </p:nvSpPr>
        <p:spPr>
          <a:xfrm>
            <a:off x="889000" y="3733922"/>
            <a:ext cx="6667500" cy="742828"/>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AEB7CA"/>
                </a:solidFill>
                <a:latin typeface="Inter"/>
                <a:ea typeface="Inter"/>
                <a:cs typeface="Inter"/>
              </a:rPr>
              <a:t>Programmable. Editable. Checked.</a:t>
            </a:r>
            <a:endParaRPr lang="en-US" sz="2200" dirty="0"/>
          </a:p>
          <a:p>
            <a:pPr algn="l">
              <a:lnSpc>
                <a:spcPts val="2860"/>
              </a:lnSpc>
              <a:spcBef>
                <a:spcPts val="0"/>
              </a:spcBef>
              <a:spcAft>
                <a:spcPts val="0"/>
              </a:spcAft>
              <a:buNone/>
            </a:pPr>
            <a:r>
              <a:rPr lang="en-US" sz="2200" dirty="0">
                <a:solidFill>
                  <a:srgbClr val="AEB7CA"/>
                </a:solidFill>
                <a:latin typeface="Inter"/>
                <a:ea typeface="Inter"/>
                <a:cs typeface="Inter"/>
              </a:rPr>
              <a:t>MCP · CLI · Python · REST</a:t>
            </a:r>
            <a:endParaRPr lang="en-US" sz="2200" dirty="0"/>
          </a:p>
        </p:txBody>
      </p:sp>
      <p:sp>
        <p:nvSpPr>
          <p:cNvPr id="35" name="credit"/>
          <p:cNvSpPr txBox="1"/>
          <p:nvPr/>
        </p:nvSpPr>
        <p:spPr>
          <a:xfrm>
            <a:off x="889000" y="5195494"/>
            <a:ext cx="3603625" cy="214706"/>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THIS DECK IS MADE WITH VIXL</a:t>
            </a:r>
            <a:endParaRPr lang="en-US" sz="14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document">
    <p:bg>
      <p:bgPr>
        <a:solidFill>
          <a:srgbClr val="252B39"/>
        </a:solidFill>
        <a:effectLst/>
      </p:bgPr>
    </p:bg>
    <p:spTree>
      <p:nvGrpSpPr>
        <p:cNvPr id="1" name=""/>
        <p:cNvGrpSpPr/>
        <p:nvPr/>
      </p:nvGrpSpPr>
      <p:grpSpPr>
        <a:xfrm>
          <a:off x="0" y="0"/>
          <a:ext cx="0" cy="0"/>
          <a:chOff x="0" y="0"/>
          <a:chExt cx="0" cy="0"/>
        </a:xfrm>
      </p:grpSpPr>
      <p:grpSp>
        <p:nvGrpSpPr>
          <p:cNvPr id="21" name="footer-logo"/>
          <p:cNvGrpSpPr/>
          <p:nvPr/>
        </p:nvGrpSpPr>
        <p:grpSpPr>
          <a:xfrm>
            <a:off x="1047750" y="6127750"/>
            <a:ext cx="762000" cy="323850"/>
            <a:chOff x="0" y="0"/>
            <a:chExt cx="762000" cy="323850"/>
          </a:xfrm>
        </p:grpSpPr>
        <p:sp>
          <p:nvSpPr>
            <p:cNvPr id="2" name="footer-logo-v"/>
            <p:cNvSpPr/>
            <p:nvPr/>
          </p:nvSpPr>
          <p:spPr>
            <a:xfrm>
              <a:off x="0" y="88900"/>
              <a:ext cx="247650" cy="234950"/>
            </a:xfrm>
            <a:custGeom>
              <a:avLst/>
              <a:gdLst/>
              <a:ahLst/>
              <a:cxnLst/>
              <a:rect l="0" t="0" r="r" b="b"/>
              <a:pathLst>
                <a:path w="3900" h="3700">
                  <a:moveTo>
                    <a:pt x="52" y="32"/>
                  </a:moveTo>
                  <a:lnTo>
                    <a:pt x="1116" y="32"/>
                  </a:lnTo>
                  <a:lnTo>
                    <a:pt x="1965" y="2266"/>
                  </a:lnTo>
                  <a:lnTo>
                    <a:pt x="2813" y="32"/>
                  </a:lnTo>
                  <a:lnTo>
                    <a:pt x="3877" y="32"/>
                  </a:lnTo>
                  <a:lnTo>
                    <a:pt x="2497" y="3666"/>
                  </a:lnTo>
                  <a:lnTo>
                    <a:pt x="1433" y="3666"/>
                  </a:lnTo>
                  <a:lnTo>
                    <a:pt x="52" y="32"/>
                  </a:lnTo>
                  <a:close/>
                </a:path>
              </a:pathLst>
            </a:custGeom>
            <a:solidFill>
              <a:srgbClr val="FFFFFF"/>
            </a:solidFill>
            <a:ln>
              <a:noFill/>
            </a:ln>
          </p:spPr>
        </p:sp>
        <p:sp>
          <p:nvSpPr>
            <p:cNvPr id="3" name="footer-logo-i stem"/>
            <p:cNvSpPr/>
            <p:nvPr/>
          </p:nvSpPr>
          <p:spPr>
            <a:xfrm>
              <a:off x="285750" y="88900"/>
              <a:ext cx="69850" cy="234950"/>
            </a:xfrm>
            <a:custGeom>
              <a:avLst/>
              <a:gdLst/>
              <a:ahLst/>
              <a:cxnLst/>
              <a:rect l="0" t="0" r="r" b="b"/>
              <a:pathLst>
                <a:path w="1100" h="3700">
                  <a:moveTo>
                    <a:pt x="27" y="32"/>
                  </a:moveTo>
                  <a:lnTo>
                    <a:pt x="1022" y="32"/>
                  </a:lnTo>
                  <a:lnTo>
                    <a:pt x="1022" y="3666"/>
                  </a:lnTo>
                  <a:lnTo>
                    <a:pt x="27" y="3666"/>
                  </a:lnTo>
                  <a:lnTo>
                    <a:pt x="27" y="32"/>
                  </a:lnTo>
                  <a:close/>
                </a:path>
              </a:pathLst>
            </a:custGeom>
            <a:solidFill>
              <a:srgbClr val="FFFFFF"/>
            </a:solidFill>
            <a:ln>
              <a:noFill/>
            </a:ln>
          </p:spPr>
        </p:sp>
        <p:sp>
          <p:nvSpPr>
            <p:cNvPr id="4" name="footer-logo-i dot"/>
            <p:cNvSpPr/>
            <p:nvPr/>
          </p:nvSpPr>
          <p:spPr>
            <a:xfrm>
              <a:off x="285750" y="0"/>
              <a:ext cx="69850" cy="69850"/>
            </a:xfrm>
            <a:custGeom>
              <a:avLst/>
              <a:gdLst/>
              <a:ahLst/>
              <a:cxnLst/>
              <a:rect l="0" t="0" r="r" b="b"/>
              <a:pathLst>
                <a:path w="1100" h="1100">
                  <a:moveTo>
                    <a:pt x="27" y="17"/>
                  </a:moveTo>
                  <a:lnTo>
                    <a:pt x="1022" y="17"/>
                  </a:lnTo>
                  <a:lnTo>
                    <a:pt x="1022" y="1012"/>
                  </a:lnTo>
                  <a:lnTo>
                    <a:pt x="27" y="1012"/>
                  </a:lnTo>
                  <a:lnTo>
                    <a:pt x="27" y="17"/>
                  </a:lnTo>
                  <a:close/>
                </a:path>
              </a:pathLst>
            </a:custGeom>
            <a:solidFill>
              <a:srgbClr val="FFFFFF"/>
            </a:solidFill>
            <a:ln>
              <a:noFill/>
            </a:ln>
          </p:spPr>
        </p:sp>
        <p:sp>
          <p:nvSpPr>
            <p:cNvPr id="5" name="footer-logo-x"/>
            <p:cNvSpPr/>
            <p:nvPr/>
          </p:nvSpPr>
          <p:spPr>
            <a:xfrm>
              <a:off x="387350" y="88900"/>
              <a:ext cx="241300" cy="120650"/>
            </a:xfrm>
            <a:custGeom>
              <a:avLst/>
              <a:gdLst/>
              <a:ahLst/>
              <a:cxnLst/>
              <a:rect l="0" t="0" r="r" b="b"/>
              <a:pathLst>
                <a:path w="3800" h="1900">
                  <a:moveTo>
                    <a:pt x="72" y="32"/>
                  </a:moveTo>
                  <a:lnTo>
                    <a:pt x="1269" y="32"/>
                  </a:lnTo>
                  <a:lnTo>
                    <a:pt x="1889" y="956"/>
                  </a:lnTo>
                  <a:lnTo>
                    <a:pt x="2509" y="32"/>
                  </a:lnTo>
                  <a:lnTo>
                    <a:pt x="3706" y="32"/>
                  </a:lnTo>
                  <a:lnTo>
                    <a:pt x="2488" y="1849"/>
                  </a:lnTo>
                  <a:lnTo>
                    <a:pt x="1290" y="1849"/>
                  </a:lnTo>
                  <a:lnTo>
                    <a:pt x="72" y="32"/>
                  </a:lnTo>
                  <a:close/>
                </a:path>
              </a:pathLst>
            </a:custGeom>
            <a:solidFill>
              <a:srgbClr val="FFFFFF"/>
            </a:solidFill>
            <a:ln>
              <a:noFill/>
            </a:ln>
          </p:spPr>
        </p:sp>
        <p:sp>
          <p:nvSpPr>
            <p:cNvPr id="6" name="footer-logo-x reflection band 1"/>
            <p:cNvSpPr/>
            <p:nvPr/>
          </p:nvSpPr>
          <p:spPr>
            <a:xfrm>
              <a:off x="457200" y="203200"/>
              <a:ext cx="95250" cy="12700"/>
            </a:xfrm>
            <a:custGeom>
              <a:avLst/>
              <a:gdLst/>
              <a:ahLst/>
              <a:cxnLst/>
              <a:rect l="0" t="0" r="r" b="b"/>
              <a:pathLst>
                <a:path w="1500" h="200">
                  <a:moveTo>
                    <a:pt x="1483" y="192"/>
                  </a:moveTo>
                  <a:lnTo>
                    <a:pt x="1388" y="49"/>
                  </a:lnTo>
                  <a:lnTo>
                    <a:pt x="190" y="49"/>
                  </a:lnTo>
                  <a:lnTo>
                    <a:pt x="95" y="192"/>
                  </a:lnTo>
                  <a:lnTo>
                    <a:pt x="1483" y="192"/>
                  </a:lnTo>
                  <a:close/>
                </a:path>
              </a:pathLst>
            </a:custGeom>
            <a:solidFill>
              <a:srgbClr val="6A9AFF"/>
            </a:solidFill>
            <a:ln>
              <a:noFill/>
            </a:ln>
          </p:spPr>
        </p:sp>
        <p:sp>
          <p:nvSpPr>
            <p:cNvPr id="7" name="footer-logo-x reflection band 2"/>
            <p:cNvSpPr/>
            <p:nvPr/>
          </p:nvSpPr>
          <p:spPr>
            <a:xfrm>
              <a:off x="469900" y="222250"/>
              <a:ext cx="114300" cy="12700"/>
            </a:xfrm>
            <a:custGeom>
              <a:avLst/>
              <a:gdLst/>
              <a:ahLst/>
              <a:cxnLst/>
              <a:rect l="0" t="0" r="r" b="b"/>
              <a:pathLst>
                <a:path w="1800" h="200">
                  <a:moveTo>
                    <a:pt x="1763" y="152"/>
                  </a:moveTo>
                  <a:lnTo>
                    <a:pt x="1668" y="9"/>
                  </a:lnTo>
                  <a:lnTo>
                    <a:pt x="122" y="9"/>
                  </a:lnTo>
                  <a:lnTo>
                    <a:pt x="27" y="152"/>
                  </a:lnTo>
                  <a:lnTo>
                    <a:pt x="1763" y="152"/>
                  </a:lnTo>
                  <a:close/>
                </a:path>
              </a:pathLst>
            </a:custGeom>
            <a:solidFill>
              <a:srgbClr val="6A9AFF"/>
            </a:solidFill>
            <a:ln>
              <a:noFill/>
            </a:ln>
          </p:spPr>
        </p:sp>
        <p:sp>
          <p:nvSpPr>
            <p:cNvPr id="8" name="footer-logo-x reflection band 3"/>
            <p:cNvSpPr/>
            <p:nvPr/>
          </p:nvSpPr>
          <p:spPr>
            <a:xfrm>
              <a:off x="419100" y="234950"/>
              <a:ext cx="139700" cy="19050"/>
            </a:xfrm>
            <a:custGeom>
              <a:avLst/>
              <a:gdLst/>
              <a:ahLst/>
              <a:cxnLst/>
              <a:rect l="0" t="0" r="r" b="b"/>
              <a:pathLst>
                <a:path w="2200" h="300">
                  <a:moveTo>
                    <a:pt x="2164" y="211"/>
                  </a:moveTo>
                  <a:lnTo>
                    <a:pt x="2068" y="68"/>
                  </a:lnTo>
                  <a:lnTo>
                    <a:pt x="175" y="68"/>
                  </a:lnTo>
                  <a:lnTo>
                    <a:pt x="79" y="211"/>
                  </a:lnTo>
                  <a:lnTo>
                    <a:pt x="2164" y="211"/>
                  </a:lnTo>
                  <a:close/>
                </a:path>
              </a:pathLst>
            </a:custGeom>
            <a:solidFill>
              <a:srgbClr val="5B87E6"/>
            </a:solidFill>
            <a:ln>
              <a:noFill/>
            </a:ln>
          </p:spPr>
        </p:sp>
        <p:sp>
          <p:nvSpPr>
            <p:cNvPr id="9" name="footer-logo-x reflection band 4"/>
            <p:cNvSpPr/>
            <p:nvPr/>
          </p:nvSpPr>
          <p:spPr>
            <a:xfrm>
              <a:off x="450850" y="254000"/>
              <a:ext cx="165100" cy="12700"/>
            </a:xfrm>
            <a:custGeom>
              <a:avLst/>
              <a:gdLst/>
              <a:ahLst/>
              <a:cxnLst/>
              <a:rect l="0" t="0" r="r" b="b"/>
              <a:pathLst>
                <a:path w="2600" h="200">
                  <a:moveTo>
                    <a:pt x="1291" y="171"/>
                  </a:moveTo>
                  <a:lnTo>
                    <a:pt x="1310" y="142"/>
                  </a:lnTo>
                  <a:lnTo>
                    <a:pt x="1329" y="171"/>
                  </a:lnTo>
                  <a:lnTo>
                    <a:pt x="2526" y="171"/>
                  </a:lnTo>
                  <a:lnTo>
                    <a:pt x="2430" y="28"/>
                  </a:lnTo>
                  <a:lnTo>
                    <a:pt x="189" y="28"/>
                  </a:lnTo>
                  <a:lnTo>
                    <a:pt x="93" y="171"/>
                  </a:lnTo>
                  <a:lnTo>
                    <a:pt x="1291" y="171"/>
                  </a:lnTo>
                  <a:close/>
                </a:path>
              </a:pathLst>
            </a:custGeom>
            <a:solidFill>
              <a:srgbClr val="5B87E6"/>
            </a:solidFill>
            <a:ln>
              <a:noFill/>
            </a:ln>
          </p:spPr>
        </p:sp>
        <p:sp>
          <p:nvSpPr>
            <p:cNvPr id="10" name="footer-logo-x reflection band 5"/>
            <p:cNvSpPr/>
            <p:nvPr/>
          </p:nvSpPr>
          <p:spPr>
            <a:xfrm>
              <a:off x="393700" y="266700"/>
              <a:ext cx="184150" cy="19050"/>
            </a:xfrm>
            <a:custGeom>
              <a:avLst/>
              <a:gdLst/>
              <a:ahLst/>
              <a:cxnLst/>
              <a:rect l="0" t="0" r="r" b="b"/>
              <a:pathLst>
                <a:path w="2900" h="300">
                  <a:moveTo>
                    <a:pt x="1252" y="230"/>
                  </a:moveTo>
                  <a:lnTo>
                    <a:pt x="1347" y="88"/>
                  </a:lnTo>
                  <a:lnTo>
                    <a:pt x="1542" y="88"/>
                  </a:lnTo>
                  <a:lnTo>
                    <a:pt x="1638" y="230"/>
                  </a:lnTo>
                  <a:lnTo>
                    <a:pt x="2835" y="230"/>
                  </a:lnTo>
                  <a:lnTo>
                    <a:pt x="2740" y="88"/>
                  </a:lnTo>
                  <a:lnTo>
                    <a:pt x="150" y="88"/>
                  </a:lnTo>
                  <a:lnTo>
                    <a:pt x="54" y="230"/>
                  </a:lnTo>
                  <a:lnTo>
                    <a:pt x="1252" y="230"/>
                  </a:lnTo>
                  <a:close/>
                </a:path>
              </a:pathLst>
            </a:custGeom>
            <a:solidFill>
              <a:srgbClr val="4A6FC0"/>
            </a:solidFill>
            <a:ln>
              <a:noFill/>
            </a:ln>
          </p:spPr>
        </p:sp>
        <p:sp>
          <p:nvSpPr>
            <p:cNvPr id="11" name="footer-logo-x reflection band 6"/>
            <p:cNvSpPr/>
            <p:nvPr/>
          </p:nvSpPr>
          <p:spPr>
            <a:xfrm>
              <a:off x="438150" y="285750"/>
              <a:ext cx="203200" cy="12700"/>
            </a:xfrm>
            <a:custGeom>
              <a:avLst/>
              <a:gdLst/>
              <a:ahLst/>
              <a:cxnLst/>
              <a:rect l="0" t="0" r="r" b="b"/>
              <a:pathLst>
                <a:path w="3200" h="200">
                  <a:moveTo>
                    <a:pt x="1219" y="190"/>
                  </a:moveTo>
                  <a:lnTo>
                    <a:pt x="1315" y="47"/>
                  </a:lnTo>
                  <a:lnTo>
                    <a:pt x="1858" y="47"/>
                  </a:lnTo>
                  <a:lnTo>
                    <a:pt x="1953" y="190"/>
                  </a:lnTo>
                  <a:lnTo>
                    <a:pt x="3151" y="190"/>
                  </a:lnTo>
                  <a:lnTo>
                    <a:pt x="3055" y="47"/>
                  </a:lnTo>
                  <a:lnTo>
                    <a:pt x="117" y="47"/>
                  </a:lnTo>
                  <a:lnTo>
                    <a:pt x="22" y="190"/>
                  </a:lnTo>
                  <a:lnTo>
                    <a:pt x="1219" y="190"/>
                  </a:lnTo>
                  <a:close/>
                </a:path>
              </a:pathLst>
            </a:custGeom>
            <a:solidFill>
              <a:srgbClr val="4A6FC0"/>
            </a:solidFill>
            <a:ln>
              <a:noFill/>
            </a:ln>
          </p:spPr>
        </p:sp>
        <p:sp>
          <p:nvSpPr>
            <p:cNvPr id="12" name="footer-logo-x reflection band 7"/>
            <p:cNvSpPr/>
            <p:nvPr/>
          </p:nvSpPr>
          <p:spPr>
            <a:xfrm>
              <a:off x="381000" y="304800"/>
              <a:ext cx="228600" cy="12700"/>
            </a:xfrm>
            <a:custGeom>
              <a:avLst/>
              <a:gdLst/>
              <a:ahLst/>
              <a:cxnLst/>
              <a:rect l="0" t="0" r="r" b="b"/>
              <a:pathLst>
                <a:path w="3600" h="200">
                  <a:moveTo>
                    <a:pt x="1257" y="149"/>
                  </a:moveTo>
                  <a:lnTo>
                    <a:pt x="1352" y="7"/>
                  </a:lnTo>
                  <a:lnTo>
                    <a:pt x="2243" y="7"/>
                  </a:lnTo>
                  <a:lnTo>
                    <a:pt x="2339" y="149"/>
                  </a:lnTo>
                  <a:lnTo>
                    <a:pt x="3536" y="149"/>
                  </a:lnTo>
                  <a:lnTo>
                    <a:pt x="3441" y="7"/>
                  </a:lnTo>
                  <a:lnTo>
                    <a:pt x="155" y="7"/>
                  </a:lnTo>
                  <a:lnTo>
                    <a:pt x="59" y="149"/>
                  </a:lnTo>
                  <a:lnTo>
                    <a:pt x="1257" y="149"/>
                  </a:lnTo>
                  <a:close/>
                </a:path>
              </a:pathLst>
            </a:custGeom>
            <a:solidFill>
              <a:srgbClr val="3A5288"/>
            </a:solidFill>
            <a:ln>
              <a:noFill/>
            </a:ln>
          </p:spPr>
        </p:sp>
        <p:sp>
          <p:nvSpPr>
            <p:cNvPr id="13" name="footer-logo-l"/>
            <p:cNvSpPr/>
            <p:nvPr/>
          </p:nvSpPr>
          <p:spPr>
            <a:xfrm>
              <a:off x="660400" y="0"/>
              <a:ext cx="69850" cy="209550"/>
            </a:xfrm>
            <a:custGeom>
              <a:avLst/>
              <a:gdLst/>
              <a:ahLst/>
              <a:cxnLst/>
              <a:rect l="0" t="0" r="r" b="b"/>
              <a:pathLst>
                <a:path w="1100" h="3300">
                  <a:moveTo>
                    <a:pt x="56" y="17"/>
                  </a:moveTo>
                  <a:lnTo>
                    <a:pt x="1051" y="17"/>
                  </a:lnTo>
                  <a:lnTo>
                    <a:pt x="1051" y="3249"/>
                  </a:lnTo>
                  <a:lnTo>
                    <a:pt x="56" y="3249"/>
                  </a:lnTo>
                  <a:lnTo>
                    <a:pt x="56" y="17"/>
                  </a:lnTo>
                  <a:close/>
                </a:path>
              </a:pathLst>
            </a:custGeom>
            <a:solidFill>
              <a:srgbClr val="FFFFFF"/>
            </a:solidFill>
            <a:ln>
              <a:noFill/>
            </a:ln>
          </p:spPr>
        </p:sp>
        <p:sp>
          <p:nvSpPr>
            <p:cNvPr id="14" name="footer-logo-l reflection band 1"/>
            <p:cNvSpPr/>
            <p:nvPr/>
          </p:nvSpPr>
          <p:spPr>
            <a:xfrm>
              <a:off x="660400" y="203200"/>
              <a:ext cx="69850" cy="12700"/>
            </a:xfrm>
            <a:custGeom>
              <a:avLst/>
              <a:gdLst/>
              <a:ahLst/>
              <a:cxnLst/>
              <a:rect l="0" t="0" r="r" b="b"/>
              <a:pathLst>
                <a:path w="1100" h="200">
                  <a:moveTo>
                    <a:pt x="56" y="49"/>
                  </a:moveTo>
                  <a:lnTo>
                    <a:pt x="1051" y="49"/>
                  </a:lnTo>
                  <a:lnTo>
                    <a:pt x="1051" y="192"/>
                  </a:lnTo>
                  <a:lnTo>
                    <a:pt x="56" y="192"/>
                  </a:lnTo>
                  <a:lnTo>
                    <a:pt x="56" y="49"/>
                  </a:lnTo>
                  <a:close/>
                </a:path>
              </a:pathLst>
            </a:custGeom>
            <a:solidFill>
              <a:srgbClr val="6A9AFF"/>
            </a:solidFill>
            <a:ln>
              <a:noFill/>
            </a:ln>
          </p:spPr>
        </p:sp>
        <p:sp>
          <p:nvSpPr>
            <p:cNvPr id="15" name="footer-logo-l reflection band 2"/>
            <p:cNvSpPr/>
            <p:nvPr/>
          </p:nvSpPr>
          <p:spPr>
            <a:xfrm>
              <a:off x="679450" y="222250"/>
              <a:ext cx="69850" cy="12700"/>
            </a:xfrm>
            <a:custGeom>
              <a:avLst/>
              <a:gdLst/>
              <a:ahLst/>
              <a:cxnLst/>
              <a:rect l="0" t="0" r="r" b="b"/>
              <a:pathLst>
                <a:path w="1100" h="200">
                  <a:moveTo>
                    <a:pt x="1057" y="9"/>
                  </a:moveTo>
                  <a:lnTo>
                    <a:pt x="1057" y="152"/>
                  </a:lnTo>
                  <a:lnTo>
                    <a:pt x="62" y="152"/>
                  </a:lnTo>
                  <a:lnTo>
                    <a:pt x="62" y="9"/>
                  </a:lnTo>
                  <a:lnTo>
                    <a:pt x="1057" y="9"/>
                  </a:lnTo>
                  <a:close/>
                </a:path>
              </a:pathLst>
            </a:custGeom>
            <a:solidFill>
              <a:srgbClr val="6A9AFF"/>
            </a:solidFill>
            <a:ln>
              <a:noFill/>
            </a:ln>
          </p:spPr>
        </p:sp>
        <p:sp>
          <p:nvSpPr>
            <p:cNvPr id="16" name="footer-logo-l reflection band 3"/>
            <p:cNvSpPr/>
            <p:nvPr/>
          </p:nvSpPr>
          <p:spPr>
            <a:xfrm>
              <a:off x="641350" y="234950"/>
              <a:ext cx="69850" cy="19050"/>
            </a:xfrm>
            <a:custGeom>
              <a:avLst/>
              <a:gdLst/>
              <a:ahLst/>
              <a:cxnLst/>
              <a:rect l="0" t="0" r="r" b="b"/>
              <a:pathLst>
                <a:path w="1100" h="300">
                  <a:moveTo>
                    <a:pt x="1083" y="68"/>
                  </a:moveTo>
                  <a:lnTo>
                    <a:pt x="1083" y="211"/>
                  </a:lnTo>
                  <a:lnTo>
                    <a:pt x="88" y="211"/>
                  </a:lnTo>
                  <a:lnTo>
                    <a:pt x="88" y="68"/>
                  </a:lnTo>
                  <a:lnTo>
                    <a:pt x="1083" y="68"/>
                  </a:lnTo>
                  <a:close/>
                </a:path>
              </a:pathLst>
            </a:custGeom>
            <a:solidFill>
              <a:srgbClr val="5B87E6"/>
            </a:solidFill>
            <a:ln>
              <a:noFill/>
            </a:ln>
          </p:spPr>
        </p:sp>
        <p:sp>
          <p:nvSpPr>
            <p:cNvPr id="17" name="footer-logo-l reflection band 4"/>
            <p:cNvSpPr/>
            <p:nvPr/>
          </p:nvSpPr>
          <p:spPr>
            <a:xfrm>
              <a:off x="685800" y="254000"/>
              <a:ext cx="69850" cy="12700"/>
            </a:xfrm>
            <a:custGeom>
              <a:avLst/>
              <a:gdLst/>
              <a:ahLst/>
              <a:cxnLst/>
              <a:rect l="0" t="0" r="r" b="b"/>
              <a:pathLst>
                <a:path w="1100" h="200">
                  <a:moveTo>
                    <a:pt x="1071" y="28"/>
                  </a:moveTo>
                  <a:lnTo>
                    <a:pt x="1071" y="171"/>
                  </a:lnTo>
                  <a:lnTo>
                    <a:pt x="77" y="171"/>
                  </a:lnTo>
                  <a:lnTo>
                    <a:pt x="77" y="28"/>
                  </a:lnTo>
                  <a:lnTo>
                    <a:pt x="1071" y="28"/>
                  </a:lnTo>
                  <a:close/>
                </a:path>
              </a:pathLst>
            </a:custGeom>
            <a:solidFill>
              <a:srgbClr val="5B87E6"/>
            </a:solidFill>
            <a:ln>
              <a:noFill/>
            </a:ln>
          </p:spPr>
        </p:sp>
        <p:sp>
          <p:nvSpPr>
            <p:cNvPr id="18" name="footer-logo-l reflection band 5"/>
            <p:cNvSpPr/>
            <p:nvPr/>
          </p:nvSpPr>
          <p:spPr>
            <a:xfrm>
              <a:off x="641350" y="266700"/>
              <a:ext cx="69850" cy="19050"/>
            </a:xfrm>
            <a:custGeom>
              <a:avLst/>
              <a:gdLst/>
              <a:ahLst/>
              <a:cxnLst/>
              <a:rect l="0" t="0" r="r" b="b"/>
              <a:pathLst>
                <a:path w="1100" h="300">
                  <a:moveTo>
                    <a:pt x="1006" y="88"/>
                  </a:moveTo>
                  <a:lnTo>
                    <a:pt x="1006" y="230"/>
                  </a:lnTo>
                  <a:lnTo>
                    <a:pt x="12" y="230"/>
                  </a:lnTo>
                  <a:lnTo>
                    <a:pt x="12" y="88"/>
                  </a:lnTo>
                  <a:lnTo>
                    <a:pt x="1006" y="88"/>
                  </a:lnTo>
                  <a:close/>
                </a:path>
              </a:pathLst>
            </a:custGeom>
            <a:solidFill>
              <a:srgbClr val="4A6FC0"/>
            </a:solidFill>
            <a:ln>
              <a:noFill/>
            </a:ln>
          </p:spPr>
        </p:sp>
        <p:sp>
          <p:nvSpPr>
            <p:cNvPr id="19" name="footer-logo-l reflection band 6"/>
            <p:cNvSpPr/>
            <p:nvPr/>
          </p:nvSpPr>
          <p:spPr>
            <a:xfrm>
              <a:off x="692150" y="285750"/>
              <a:ext cx="69850" cy="12700"/>
            </a:xfrm>
            <a:custGeom>
              <a:avLst/>
              <a:gdLst/>
              <a:ahLst/>
              <a:cxnLst/>
              <a:rect l="0" t="0" r="r" b="b"/>
              <a:pathLst>
                <a:path w="1100" h="200">
                  <a:moveTo>
                    <a:pt x="1048" y="47"/>
                  </a:moveTo>
                  <a:lnTo>
                    <a:pt x="1048" y="190"/>
                  </a:lnTo>
                  <a:lnTo>
                    <a:pt x="53" y="190"/>
                  </a:lnTo>
                  <a:lnTo>
                    <a:pt x="53" y="47"/>
                  </a:lnTo>
                  <a:lnTo>
                    <a:pt x="1048" y="47"/>
                  </a:lnTo>
                  <a:close/>
                </a:path>
              </a:pathLst>
            </a:custGeom>
            <a:solidFill>
              <a:srgbClr val="4A6FC0"/>
            </a:solidFill>
            <a:ln>
              <a:noFill/>
            </a:ln>
          </p:spPr>
        </p:sp>
        <p:sp>
          <p:nvSpPr>
            <p:cNvPr id="20" name="footer-logo-l reflection band 7"/>
            <p:cNvSpPr/>
            <p:nvPr/>
          </p:nvSpPr>
          <p:spPr>
            <a:xfrm>
              <a:off x="647700" y="304800"/>
              <a:ext cx="69850" cy="12700"/>
            </a:xfrm>
            <a:custGeom>
              <a:avLst/>
              <a:gdLst/>
              <a:ahLst/>
              <a:cxnLst/>
              <a:rect l="0" t="0" r="r" b="b"/>
              <a:pathLst>
                <a:path w="1100" h="200">
                  <a:moveTo>
                    <a:pt x="1059" y="7"/>
                  </a:moveTo>
                  <a:lnTo>
                    <a:pt x="1059" y="149"/>
                  </a:lnTo>
                  <a:lnTo>
                    <a:pt x="65" y="149"/>
                  </a:lnTo>
                  <a:lnTo>
                    <a:pt x="65" y="7"/>
                  </a:lnTo>
                  <a:lnTo>
                    <a:pt x="1059" y="7"/>
                  </a:lnTo>
                  <a:close/>
                </a:path>
              </a:pathLst>
            </a:custGeom>
            <a:solidFill>
              <a:srgbClr val="3A5288"/>
            </a:solidFill>
            <a:ln>
              <a:noFill/>
            </a:ln>
          </p:spPr>
        </p:sp>
      </p:grpSp>
      <p:sp>
        <p:nvSpPr>
          <p:cNvPr id="22" name="page-num"/>
          <p:cNvSpPr txBox="1"/>
          <p:nvPr/>
        </p:nvSpPr>
        <p:spPr>
          <a:xfrm>
            <a:off x="10604500" y="6206744"/>
            <a:ext cx="781050" cy="194056"/>
          </a:xfrm>
          <a:prstGeom prst="rect">
            <a:avLst/>
          </a:prstGeom>
          <a:noFill/>
        </p:spPr>
        <p:txBody>
          <a:bodyPr wrap="square" lIns="0" tIns="0" rIns="0" bIns="0" rtlCol="0" anchor="t">
            <a:noAutofit/>
          </a:bodyPr>
          <a:lstStyle/>
          <a:p>
            <a:pPr algn="l">
              <a:lnSpc>
                <a:spcPts val="1734"/>
              </a:lnSpc>
              <a:buNone/>
            </a:pPr>
            <a:r>
              <a:rPr lang="en-US" sz="1200" dirty="0">
                <a:solidFill>
                  <a:srgbClr val="AEB7CA"/>
                </a:solidFill>
                <a:latin typeface="JetBrains Mono"/>
                <a:ea typeface="JetBrains Mono"/>
                <a:cs typeface="JetBrains Mono"/>
              </a:rPr>
              <a:t>2 / 12</a:t>
            </a:r>
            <a:endParaRPr lang="en-US" sz="1200" dirty="0"/>
          </a:p>
        </p:txBody>
      </p:sp>
      <p:sp>
        <p:nvSpPr>
          <p:cNvPr id="23" name="kicker"/>
          <p:cNvSpPr txBox="1"/>
          <p:nvPr/>
        </p:nvSpPr>
        <p:spPr>
          <a:xfrm>
            <a:off x="889000" y="559816"/>
            <a:ext cx="1738312"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THE CORE IDEA</a:t>
            </a:r>
            <a:endParaRPr lang="en-US" sz="1400" dirty="0"/>
          </a:p>
        </p:txBody>
      </p:sp>
      <p:sp>
        <p:nvSpPr>
          <p:cNvPr id="24" name="headline"/>
          <p:cNvSpPr>
            <a:spLocks noGrp="1"/>
          </p:cNvSpPr>
          <p:nvPr>
            <p:ph type="title"/>
          </p:nvPr>
        </p:nvSpPr>
        <p:spPr>
          <a:xfrm>
            <a:off x="889000" y="1316078"/>
            <a:ext cx="9366250" cy="550822"/>
          </a:xfrm>
          <a:prstGeom prst="rect">
            <a:avLst/>
          </a:prstGeom>
          <a:noFill/>
        </p:spPr>
        <p:txBody>
          <a:bodyPr wrap="square" lIns="0" tIns="0" rIns="0" bIns="0" rtlCol="0" anchor="t">
            <a:noAutofit/>
          </a:bodyPr>
          <a:lstStyle/>
          <a:p>
            <a:pPr algn="l">
              <a:lnSpc>
                <a:spcPts val="4324"/>
              </a:lnSpc>
              <a:spcBef>
                <a:spcPts val="0"/>
              </a:spcBef>
              <a:spcAft>
                <a:spcPts val="0"/>
              </a:spcAft>
              <a:buNone/>
            </a:pPr>
            <a:r>
              <a:rPr lang="en-US" sz="4700" b="1" dirty="0">
                <a:solidFill>
                  <a:srgbClr val="FFFFFF"/>
                </a:solidFill>
                <a:latin typeface="Inter Tight"/>
                <a:ea typeface="Inter Tight"/>
                <a:cs typeface="Inter Tight"/>
              </a:rPr>
              <a:t>Not a picture. </a:t>
            </a:r>
            <a:r>
              <a:rPr lang="en-US" sz="4700" b="1" dirty="0">
                <a:solidFill>
                  <a:srgbClr val="6A9AFF"/>
                </a:solidFill>
                <a:latin typeface="Inter Tight"/>
                <a:ea typeface="Inter Tight"/>
                <a:cs typeface="Inter Tight"/>
              </a:rPr>
              <a:t>A document.</a:t>
            </a:r>
            <a:endParaRPr lang="en-US" sz="4700" dirty="0"/>
          </a:p>
        </p:txBody>
      </p:sp>
      <p:sp>
        <p:nvSpPr>
          <p:cNvPr id="25" name="card-0"/>
          <p:cNvSpPr/>
          <p:nvPr/>
        </p:nvSpPr>
        <p:spPr>
          <a:xfrm>
            <a:off x="889000" y="2730500"/>
            <a:ext cx="3302000" cy="2444750"/>
          </a:xfrm>
          <a:prstGeom prst="roundRect">
            <a:avLst>
              <a:gd name="adj" fmla="val 4156"/>
            </a:avLst>
          </a:prstGeom>
          <a:solidFill>
            <a:srgbClr val="2F3647"/>
          </a:solidFill>
          <a:ln>
            <a:noFill/>
          </a:ln>
        </p:spPr>
      </p:sp>
      <p:sp>
        <p:nvSpPr>
          <p:cNvPr id="26" name="number-0"/>
          <p:cNvSpPr txBox="1"/>
          <p:nvPr/>
        </p:nvSpPr>
        <p:spPr>
          <a:xfrm>
            <a:off x="1117600" y="285851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01</a:t>
            </a:r>
            <a:endParaRPr lang="en-US" sz="1400" dirty="0"/>
          </a:p>
        </p:txBody>
      </p:sp>
      <p:sp>
        <p:nvSpPr>
          <p:cNvPr id="27" name="label-0"/>
          <p:cNvSpPr txBox="1"/>
          <p:nvPr/>
        </p:nvSpPr>
        <p:spPr>
          <a:xfrm>
            <a:off x="1117600" y="3388736"/>
            <a:ext cx="1666875" cy="275214"/>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Content</a:t>
            </a:r>
            <a:endParaRPr lang="en-US" sz="2450" dirty="0"/>
          </a:p>
        </p:txBody>
      </p:sp>
      <p:sp>
        <p:nvSpPr>
          <p:cNvPr id="28" name="body-0"/>
          <p:cNvSpPr txBox="1"/>
          <p:nvPr/>
        </p:nvSpPr>
        <p:spPr>
          <a:xfrm>
            <a:off x="1117600" y="3952680"/>
            <a:ext cx="2844800" cy="8542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Text, paths, images, masks and effects. All still editable.</a:t>
            </a:r>
            <a:endParaRPr lang="en-US" sz="1700" dirty="0"/>
          </a:p>
        </p:txBody>
      </p:sp>
      <p:sp>
        <p:nvSpPr>
          <p:cNvPr id="29" name="card-1"/>
          <p:cNvSpPr/>
          <p:nvPr/>
        </p:nvSpPr>
        <p:spPr>
          <a:xfrm>
            <a:off x="4445000" y="2730500"/>
            <a:ext cx="3302000" cy="2444750"/>
          </a:xfrm>
          <a:prstGeom prst="roundRect">
            <a:avLst>
              <a:gd name="adj" fmla="val 4156"/>
            </a:avLst>
          </a:prstGeom>
          <a:solidFill>
            <a:srgbClr val="2F3647"/>
          </a:solidFill>
          <a:ln>
            <a:noFill/>
          </a:ln>
        </p:spPr>
      </p:sp>
      <p:sp>
        <p:nvSpPr>
          <p:cNvPr id="30" name="number-1"/>
          <p:cNvSpPr txBox="1"/>
          <p:nvPr/>
        </p:nvSpPr>
        <p:spPr>
          <a:xfrm>
            <a:off x="4673600" y="285851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02</a:t>
            </a:r>
            <a:endParaRPr lang="en-US" sz="1400" dirty="0"/>
          </a:p>
        </p:txBody>
      </p:sp>
      <p:sp>
        <p:nvSpPr>
          <p:cNvPr id="31" name="label-1"/>
          <p:cNvSpPr txBox="1"/>
          <p:nvPr/>
        </p:nvSpPr>
        <p:spPr>
          <a:xfrm>
            <a:off x="4673600" y="3388736"/>
            <a:ext cx="1863725" cy="275214"/>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Structure</a:t>
            </a:r>
            <a:endParaRPr lang="en-US" sz="2450" dirty="0"/>
          </a:p>
        </p:txBody>
      </p:sp>
      <p:sp>
        <p:nvSpPr>
          <p:cNvPr id="32" name="body-1"/>
          <p:cNvSpPr txBox="1"/>
          <p:nvPr/>
        </p:nvSpPr>
        <p:spPr>
          <a:xfrm>
            <a:off x="4673600" y="3952680"/>
            <a:ext cx="2844800" cy="5748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Groups, variables, pages, layouts and reusable parts.</a:t>
            </a:r>
            <a:endParaRPr lang="en-US" sz="1700" dirty="0"/>
          </a:p>
        </p:txBody>
      </p:sp>
      <p:sp>
        <p:nvSpPr>
          <p:cNvPr id="33" name="card-2"/>
          <p:cNvSpPr/>
          <p:nvPr/>
        </p:nvSpPr>
        <p:spPr>
          <a:xfrm>
            <a:off x="8001000" y="2730500"/>
            <a:ext cx="3302000" cy="2444750"/>
          </a:xfrm>
          <a:prstGeom prst="roundRect">
            <a:avLst>
              <a:gd name="adj" fmla="val 4156"/>
            </a:avLst>
          </a:prstGeom>
          <a:solidFill>
            <a:srgbClr val="2F3647"/>
          </a:solidFill>
          <a:ln>
            <a:noFill/>
          </a:ln>
        </p:spPr>
      </p:sp>
      <p:sp>
        <p:nvSpPr>
          <p:cNvPr id="34" name="number-2"/>
          <p:cNvSpPr txBox="1"/>
          <p:nvPr/>
        </p:nvSpPr>
        <p:spPr>
          <a:xfrm>
            <a:off x="8229600" y="285851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03</a:t>
            </a:r>
            <a:endParaRPr lang="en-US" sz="1400" dirty="0"/>
          </a:p>
        </p:txBody>
      </p:sp>
      <p:sp>
        <p:nvSpPr>
          <p:cNvPr id="35" name="label-2"/>
          <p:cNvSpPr txBox="1"/>
          <p:nvPr/>
        </p:nvSpPr>
        <p:spPr>
          <a:xfrm>
            <a:off x="8229600" y="3400434"/>
            <a:ext cx="1546225" cy="333366"/>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History</a:t>
            </a:r>
            <a:endParaRPr lang="en-US" sz="2450" dirty="0"/>
          </a:p>
        </p:txBody>
      </p:sp>
      <p:sp>
        <p:nvSpPr>
          <p:cNvPr id="36" name="body-2"/>
          <p:cNvSpPr txBox="1"/>
          <p:nvPr/>
        </p:nvSpPr>
        <p:spPr>
          <a:xfrm>
            <a:off x="8229600" y="3952680"/>
            <a:ext cx="2844800" cy="8542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Undo, checkpoints, branches and diffs. Go back in time.</a:t>
            </a:r>
            <a:endParaRPr lang="en-US" sz="17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workflow">
    <p:bg>
      <p:bgPr>
        <a:solidFill>
          <a:srgbClr val="252B39"/>
        </a:solidFill>
        <a:effectLst/>
      </p:bgPr>
    </p:bg>
    <p:spTree>
      <p:nvGrpSpPr>
        <p:cNvPr id="1" name=""/>
        <p:cNvGrpSpPr/>
        <p:nvPr/>
      </p:nvGrpSpPr>
      <p:grpSpPr>
        <a:xfrm>
          <a:off x="0" y="0"/>
          <a:ext cx="0" cy="0"/>
          <a:chOff x="0" y="0"/>
          <a:chExt cx="0" cy="0"/>
        </a:xfrm>
      </p:grpSpPr>
      <p:grpSp>
        <p:nvGrpSpPr>
          <p:cNvPr id="21" name="footer-logo"/>
          <p:cNvGrpSpPr/>
          <p:nvPr/>
        </p:nvGrpSpPr>
        <p:grpSpPr>
          <a:xfrm>
            <a:off x="1047750" y="6127750"/>
            <a:ext cx="762000" cy="323850"/>
            <a:chOff x="0" y="0"/>
            <a:chExt cx="762000" cy="323850"/>
          </a:xfrm>
        </p:grpSpPr>
        <p:sp>
          <p:nvSpPr>
            <p:cNvPr id="2" name="footer-logo-v"/>
            <p:cNvSpPr/>
            <p:nvPr/>
          </p:nvSpPr>
          <p:spPr>
            <a:xfrm>
              <a:off x="0" y="88900"/>
              <a:ext cx="247650" cy="234950"/>
            </a:xfrm>
            <a:custGeom>
              <a:avLst/>
              <a:gdLst/>
              <a:ahLst/>
              <a:cxnLst/>
              <a:rect l="0" t="0" r="r" b="b"/>
              <a:pathLst>
                <a:path w="3900" h="3700">
                  <a:moveTo>
                    <a:pt x="52" y="32"/>
                  </a:moveTo>
                  <a:lnTo>
                    <a:pt x="1116" y="32"/>
                  </a:lnTo>
                  <a:lnTo>
                    <a:pt x="1965" y="2266"/>
                  </a:lnTo>
                  <a:lnTo>
                    <a:pt x="2813" y="32"/>
                  </a:lnTo>
                  <a:lnTo>
                    <a:pt x="3877" y="32"/>
                  </a:lnTo>
                  <a:lnTo>
                    <a:pt x="2497" y="3666"/>
                  </a:lnTo>
                  <a:lnTo>
                    <a:pt x="1433" y="3666"/>
                  </a:lnTo>
                  <a:lnTo>
                    <a:pt x="52" y="32"/>
                  </a:lnTo>
                  <a:close/>
                </a:path>
              </a:pathLst>
            </a:custGeom>
            <a:solidFill>
              <a:srgbClr val="FFFFFF"/>
            </a:solidFill>
            <a:ln>
              <a:noFill/>
            </a:ln>
          </p:spPr>
        </p:sp>
        <p:sp>
          <p:nvSpPr>
            <p:cNvPr id="3" name="footer-logo-i stem"/>
            <p:cNvSpPr/>
            <p:nvPr/>
          </p:nvSpPr>
          <p:spPr>
            <a:xfrm>
              <a:off x="285750" y="88900"/>
              <a:ext cx="69850" cy="234950"/>
            </a:xfrm>
            <a:custGeom>
              <a:avLst/>
              <a:gdLst/>
              <a:ahLst/>
              <a:cxnLst/>
              <a:rect l="0" t="0" r="r" b="b"/>
              <a:pathLst>
                <a:path w="1100" h="3700">
                  <a:moveTo>
                    <a:pt x="27" y="32"/>
                  </a:moveTo>
                  <a:lnTo>
                    <a:pt x="1022" y="32"/>
                  </a:lnTo>
                  <a:lnTo>
                    <a:pt x="1022" y="3666"/>
                  </a:lnTo>
                  <a:lnTo>
                    <a:pt x="27" y="3666"/>
                  </a:lnTo>
                  <a:lnTo>
                    <a:pt x="27" y="32"/>
                  </a:lnTo>
                  <a:close/>
                </a:path>
              </a:pathLst>
            </a:custGeom>
            <a:solidFill>
              <a:srgbClr val="FFFFFF"/>
            </a:solidFill>
            <a:ln>
              <a:noFill/>
            </a:ln>
          </p:spPr>
        </p:sp>
        <p:sp>
          <p:nvSpPr>
            <p:cNvPr id="4" name="footer-logo-i dot"/>
            <p:cNvSpPr/>
            <p:nvPr/>
          </p:nvSpPr>
          <p:spPr>
            <a:xfrm>
              <a:off x="285750" y="0"/>
              <a:ext cx="69850" cy="69850"/>
            </a:xfrm>
            <a:custGeom>
              <a:avLst/>
              <a:gdLst/>
              <a:ahLst/>
              <a:cxnLst/>
              <a:rect l="0" t="0" r="r" b="b"/>
              <a:pathLst>
                <a:path w="1100" h="1100">
                  <a:moveTo>
                    <a:pt x="27" y="17"/>
                  </a:moveTo>
                  <a:lnTo>
                    <a:pt x="1022" y="17"/>
                  </a:lnTo>
                  <a:lnTo>
                    <a:pt x="1022" y="1012"/>
                  </a:lnTo>
                  <a:lnTo>
                    <a:pt x="27" y="1012"/>
                  </a:lnTo>
                  <a:lnTo>
                    <a:pt x="27" y="17"/>
                  </a:lnTo>
                  <a:close/>
                </a:path>
              </a:pathLst>
            </a:custGeom>
            <a:solidFill>
              <a:srgbClr val="FFFFFF"/>
            </a:solidFill>
            <a:ln>
              <a:noFill/>
            </a:ln>
          </p:spPr>
        </p:sp>
        <p:sp>
          <p:nvSpPr>
            <p:cNvPr id="5" name="footer-logo-x"/>
            <p:cNvSpPr/>
            <p:nvPr/>
          </p:nvSpPr>
          <p:spPr>
            <a:xfrm>
              <a:off x="387350" y="88900"/>
              <a:ext cx="241300" cy="120650"/>
            </a:xfrm>
            <a:custGeom>
              <a:avLst/>
              <a:gdLst/>
              <a:ahLst/>
              <a:cxnLst/>
              <a:rect l="0" t="0" r="r" b="b"/>
              <a:pathLst>
                <a:path w="3800" h="1900">
                  <a:moveTo>
                    <a:pt x="72" y="32"/>
                  </a:moveTo>
                  <a:lnTo>
                    <a:pt x="1269" y="32"/>
                  </a:lnTo>
                  <a:lnTo>
                    <a:pt x="1889" y="956"/>
                  </a:lnTo>
                  <a:lnTo>
                    <a:pt x="2509" y="32"/>
                  </a:lnTo>
                  <a:lnTo>
                    <a:pt x="3706" y="32"/>
                  </a:lnTo>
                  <a:lnTo>
                    <a:pt x="2488" y="1849"/>
                  </a:lnTo>
                  <a:lnTo>
                    <a:pt x="1290" y="1849"/>
                  </a:lnTo>
                  <a:lnTo>
                    <a:pt x="72" y="32"/>
                  </a:lnTo>
                  <a:close/>
                </a:path>
              </a:pathLst>
            </a:custGeom>
            <a:solidFill>
              <a:srgbClr val="FFFFFF"/>
            </a:solidFill>
            <a:ln>
              <a:noFill/>
            </a:ln>
          </p:spPr>
        </p:sp>
        <p:sp>
          <p:nvSpPr>
            <p:cNvPr id="6" name="footer-logo-x reflection band 1"/>
            <p:cNvSpPr/>
            <p:nvPr/>
          </p:nvSpPr>
          <p:spPr>
            <a:xfrm>
              <a:off x="457200" y="203200"/>
              <a:ext cx="95250" cy="12700"/>
            </a:xfrm>
            <a:custGeom>
              <a:avLst/>
              <a:gdLst/>
              <a:ahLst/>
              <a:cxnLst/>
              <a:rect l="0" t="0" r="r" b="b"/>
              <a:pathLst>
                <a:path w="1500" h="200">
                  <a:moveTo>
                    <a:pt x="1483" y="192"/>
                  </a:moveTo>
                  <a:lnTo>
                    <a:pt x="1388" y="49"/>
                  </a:lnTo>
                  <a:lnTo>
                    <a:pt x="190" y="49"/>
                  </a:lnTo>
                  <a:lnTo>
                    <a:pt x="95" y="192"/>
                  </a:lnTo>
                  <a:lnTo>
                    <a:pt x="1483" y="192"/>
                  </a:lnTo>
                  <a:close/>
                </a:path>
              </a:pathLst>
            </a:custGeom>
            <a:solidFill>
              <a:srgbClr val="6A9AFF"/>
            </a:solidFill>
            <a:ln>
              <a:noFill/>
            </a:ln>
          </p:spPr>
        </p:sp>
        <p:sp>
          <p:nvSpPr>
            <p:cNvPr id="7" name="footer-logo-x reflection band 2"/>
            <p:cNvSpPr/>
            <p:nvPr/>
          </p:nvSpPr>
          <p:spPr>
            <a:xfrm>
              <a:off x="469900" y="222250"/>
              <a:ext cx="114300" cy="12700"/>
            </a:xfrm>
            <a:custGeom>
              <a:avLst/>
              <a:gdLst/>
              <a:ahLst/>
              <a:cxnLst/>
              <a:rect l="0" t="0" r="r" b="b"/>
              <a:pathLst>
                <a:path w="1800" h="200">
                  <a:moveTo>
                    <a:pt x="1763" y="152"/>
                  </a:moveTo>
                  <a:lnTo>
                    <a:pt x="1668" y="9"/>
                  </a:lnTo>
                  <a:lnTo>
                    <a:pt x="122" y="9"/>
                  </a:lnTo>
                  <a:lnTo>
                    <a:pt x="27" y="152"/>
                  </a:lnTo>
                  <a:lnTo>
                    <a:pt x="1763" y="152"/>
                  </a:lnTo>
                  <a:close/>
                </a:path>
              </a:pathLst>
            </a:custGeom>
            <a:solidFill>
              <a:srgbClr val="6A9AFF"/>
            </a:solidFill>
            <a:ln>
              <a:noFill/>
            </a:ln>
          </p:spPr>
        </p:sp>
        <p:sp>
          <p:nvSpPr>
            <p:cNvPr id="8" name="footer-logo-x reflection band 3"/>
            <p:cNvSpPr/>
            <p:nvPr/>
          </p:nvSpPr>
          <p:spPr>
            <a:xfrm>
              <a:off x="419100" y="234950"/>
              <a:ext cx="139700" cy="19050"/>
            </a:xfrm>
            <a:custGeom>
              <a:avLst/>
              <a:gdLst/>
              <a:ahLst/>
              <a:cxnLst/>
              <a:rect l="0" t="0" r="r" b="b"/>
              <a:pathLst>
                <a:path w="2200" h="300">
                  <a:moveTo>
                    <a:pt x="2164" y="211"/>
                  </a:moveTo>
                  <a:lnTo>
                    <a:pt x="2068" y="68"/>
                  </a:lnTo>
                  <a:lnTo>
                    <a:pt x="175" y="68"/>
                  </a:lnTo>
                  <a:lnTo>
                    <a:pt x="79" y="211"/>
                  </a:lnTo>
                  <a:lnTo>
                    <a:pt x="2164" y="211"/>
                  </a:lnTo>
                  <a:close/>
                </a:path>
              </a:pathLst>
            </a:custGeom>
            <a:solidFill>
              <a:srgbClr val="5B87E6"/>
            </a:solidFill>
            <a:ln>
              <a:noFill/>
            </a:ln>
          </p:spPr>
        </p:sp>
        <p:sp>
          <p:nvSpPr>
            <p:cNvPr id="9" name="footer-logo-x reflection band 4"/>
            <p:cNvSpPr/>
            <p:nvPr/>
          </p:nvSpPr>
          <p:spPr>
            <a:xfrm>
              <a:off x="450850" y="254000"/>
              <a:ext cx="165100" cy="12700"/>
            </a:xfrm>
            <a:custGeom>
              <a:avLst/>
              <a:gdLst/>
              <a:ahLst/>
              <a:cxnLst/>
              <a:rect l="0" t="0" r="r" b="b"/>
              <a:pathLst>
                <a:path w="2600" h="200">
                  <a:moveTo>
                    <a:pt x="1291" y="171"/>
                  </a:moveTo>
                  <a:lnTo>
                    <a:pt x="1310" y="142"/>
                  </a:lnTo>
                  <a:lnTo>
                    <a:pt x="1329" y="171"/>
                  </a:lnTo>
                  <a:lnTo>
                    <a:pt x="2526" y="171"/>
                  </a:lnTo>
                  <a:lnTo>
                    <a:pt x="2430" y="28"/>
                  </a:lnTo>
                  <a:lnTo>
                    <a:pt x="189" y="28"/>
                  </a:lnTo>
                  <a:lnTo>
                    <a:pt x="93" y="171"/>
                  </a:lnTo>
                  <a:lnTo>
                    <a:pt x="1291" y="171"/>
                  </a:lnTo>
                  <a:close/>
                </a:path>
              </a:pathLst>
            </a:custGeom>
            <a:solidFill>
              <a:srgbClr val="5B87E6"/>
            </a:solidFill>
            <a:ln>
              <a:noFill/>
            </a:ln>
          </p:spPr>
        </p:sp>
        <p:sp>
          <p:nvSpPr>
            <p:cNvPr id="10" name="footer-logo-x reflection band 5"/>
            <p:cNvSpPr/>
            <p:nvPr/>
          </p:nvSpPr>
          <p:spPr>
            <a:xfrm>
              <a:off x="393700" y="266700"/>
              <a:ext cx="184150" cy="19050"/>
            </a:xfrm>
            <a:custGeom>
              <a:avLst/>
              <a:gdLst/>
              <a:ahLst/>
              <a:cxnLst/>
              <a:rect l="0" t="0" r="r" b="b"/>
              <a:pathLst>
                <a:path w="2900" h="300">
                  <a:moveTo>
                    <a:pt x="1252" y="230"/>
                  </a:moveTo>
                  <a:lnTo>
                    <a:pt x="1347" y="88"/>
                  </a:lnTo>
                  <a:lnTo>
                    <a:pt x="1542" y="88"/>
                  </a:lnTo>
                  <a:lnTo>
                    <a:pt x="1638" y="230"/>
                  </a:lnTo>
                  <a:lnTo>
                    <a:pt x="2835" y="230"/>
                  </a:lnTo>
                  <a:lnTo>
                    <a:pt x="2740" y="88"/>
                  </a:lnTo>
                  <a:lnTo>
                    <a:pt x="150" y="88"/>
                  </a:lnTo>
                  <a:lnTo>
                    <a:pt x="54" y="230"/>
                  </a:lnTo>
                  <a:lnTo>
                    <a:pt x="1252" y="230"/>
                  </a:lnTo>
                  <a:close/>
                </a:path>
              </a:pathLst>
            </a:custGeom>
            <a:solidFill>
              <a:srgbClr val="4A6FC0"/>
            </a:solidFill>
            <a:ln>
              <a:noFill/>
            </a:ln>
          </p:spPr>
        </p:sp>
        <p:sp>
          <p:nvSpPr>
            <p:cNvPr id="11" name="footer-logo-x reflection band 6"/>
            <p:cNvSpPr/>
            <p:nvPr/>
          </p:nvSpPr>
          <p:spPr>
            <a:xfrm>
              <a:off x="438150" y="285750"/>
              <a:ext cx="203200" cy="12700"/>
            </a:xfrm>
            <a:custGeom>
              <a:avLst/>
              <a:gdLst/>
              <a:ahLst/>
              <a:cxnLst/>
              <a:rect l="0" t="0" r="r" b="b"/>
              <a:pathLst>
                <a:path w="3200" h="200">
                  <a:moveTo>
                    <a:pt x="1219" y="190"/>
                  </a:moveTo>
                  <a:lnTo>
                    <a:pt x="1315" y="47"/>
                  </a:lnTo>
                  <a:lnTo>
                    <a:pt x="1858" y="47"/>
                  </a:lnTo>
                  <a:lnTo>
                    <a:pt x="1953" y="190"/>
                  </a:lnTo>
                  <a:lnTo>
                    <a:pt x="3151" y="190"/>
                  </a:lnTo>
                  <a:lnTo>
                    <a:pt x="3055" y="47"/>
                  </a:lnTo>
                  <a:lnTo>
                    <a:pt x="117" y="47"/>
                  </a:lnTo>
                  <a:lnTo>
                    <a:pt x="22" y="190"/>
                  </a:lnTo>
                  <a:lnTo>
                    <a:pt x="1219" y="190"/>
                  </a:lnTo>
                  <a:close/>
                </a:path>
              </a:pathLst>
            </a:custGeom>
            <a:solidFill>
              <a:srgbClr val="4A6FC0"/>
            </a:solidFill>
            <a:ln>
              <a:noFill/>
            </a:ln>
          </p:spPr>
        </p:sp>
        <p:sp>
          <p:nvSpPr>
            <p:cNvPr id="12" name="footer-logo-x reflection band 7"/>
            <p:cNvSpPr/>
            <p:nvPr/>
          </p:nvSpPr>
          <p:spPr>
            <a:xfrm>
              <a:off x="381000" y="304800"/>
              <a:ext cx="228600" cy="12700"/>
            </a:xfrm>
            <a:custGeom>
              <a:avLst/>
              <a:gdLst/>
              <a:ahLst/>
              <a:cxnLst/>
              <a:rect l="0" t="0" r="r" b="b"/>
              <a:pathLst>
                <a:path w="3600" h="200">
                  <a:moveTo>
                    <a:pt x="1257" y="149"/>
                  </a:moveTo>
                  <a:lnTo>
                    <a:pt x="1352" y="7"/>
                  </a:lnTo>
                  <a:lnTo>
                    <a:pt x="2243" y="7"/>
                  </a:lnTo>
                  <a:lnTo>
                    <a:pt x="2339" y="149"/>
                  </a:lnTo>
                  <a:lnTo>
                    <a:pt x="3536" y="149"/>
                  </a:lnTo>
                  <a:lnTo>
                    <a:pt x="3441" y="7"/>
                  </a:lnTo>
                  <a:lnTo>
                    <a:pt x="155" y="7"/>
                  </a:lnTo>
                  <a:lnTo>
                    <a:pt x="59" y="149"/>
                  </a:lnTo>
                  <a:lnTo>
                    <a:pt x="1257" y="149"/>
                  </a:lnTo>
                  <a:close/>
                </a:path>
              </a:pathLst>
            </a:custGeom>
            <a:solidFill>
              <a:srgbClr val="3A5288"/>
            </a:solidFill>
            <a:ln>
              <a:noFill/>
            </a:ln>
          </p:spPr>
        </p:sp>
        <p:sp>
          <p:nvSpPr>
            <p:cNvPr id="13" name="footer-logo-l"/>
            <p:cNvSpPr/>
            <p:nvPr/>
          </p:nvSpPr>
          <p:spPr>
            <a:xfrm>
              <a:off x="660400" y="0"/>
              <a:ext cx="69850" cy="209550"/>
            </a:xfrm>
            <a:custGeom>
              <a:avLst/>
              <a:gdLst/>
              <a:ahLst/>
              <a:cxnLst/>
              <a:rect l="0" t="0" r="r" b="b"/>
              <a:pathLst>
                <a:path w="1100" h="3300">
                  <a:moveTo>
                    <a:pt x="56" y="17"/>
                  </a:moveTo>
                  <a:lnTo>
                    <a:pt x="1051" y="17"/>
                  </a:lnTo>
                  <a:lnTo>
                    <a:pt x="1051" y="3249"/>
                  </a:lnTo>
                  <a:lnTo>
                    <a:pt x="56" y="3249"/>
                  </a:lnTo>
                  <a:lnTo>
                    <a:pt x="56" y="17"/>
                  </a:lnTo>
                  <a:close/>
                </a:path>
              </a:pathLst>
            </a:custGeom>
            <a:solidFill>
              <a:srgbClr val="FFFFFF"/>
            </a:solidFill>
            <a:ln>
              <a:noFill/>
            </a:ln>
          </p:spPr>
        </p:sp>
        <p:sp>
          <p:nvSpPr>
            <p:cNvPr id="14" name="footer-logo-l reflection band 1"/>
            <p:cNvSpPr/>
            <p:nvPr/>
          </p:nvSpPr>
          <p:spPr>
            <a:xfrm>
              <a:off x="660400" y="203200"/>
              <a:ext cx="69850" cy="12700"/>
            </a:xfrm>
            <a:custGeom>
              <a:avLst/>
              <a:gdLst/>
              <a:ahLst/>
              <a:cxnLst/>
              <a:rect l="0" t="0" r="r" b="b"/>
              <a:pathLst>
                <a:path w="1100" h="200">
                  <a:moveTo>
                    <a:pt x="56" y="49"/>
                  </a:moveTo>
                  <a:lnTo>
                    <a:pt x="1051" y="49"/>
                  </a:lnTo>
                  <a:lnTo>
                    <a:pt x="1051" y="192"/>
                  </a:lnTo>
                  <a:lnTo>
                    <a:pt x="56" y="192"/>
                  </a:lnTo>
                  <a:lnTo>
                    <a:pt x="56" y="49"/>
                  </a:lnTo>
                  <a:close/>
                </a:path>
              </a:pathLst>
            </a:custGeom>
            <a:solidFill>
              <a:srgbClr val="6A9AFF"/>
            </a:solidFill>
            <a:ln>
              <a:noFill/>
            </a:ln>
          </p:spPr>
        </p:sp>
        <p:sp>
          <p:nvSpPr>
            <p:cNvPr id="15" name="footer-logo-l reflection band 2"/>
            <p:cNvSpPr/>
            <p:nvPr/>
          </p:nvSpPr>
          <p:spPr>
            <a:xfrm>
              <a:off x="679450" y="222250"/>
              <a:ext cx="69850" cy="12700"/>
            </a:xfrm>
            <a:custGeom>
              <a:avLst/>
              <a:gdLst/>
              <a:ahLst/>
              <a:cxnLst/>
              <a:rect l="0" t="0" r="r" b="b"/>
              <a:pathLst>
                <a:path w="1100" h="200">
                  <a:moveTo>
                    <a:pt x="1057" y="9"/>
                  </a:moveTo>
                  <a:lnTo>
                    <a:pt x="1057" y="152"/>
                  </a:lnTo>
                  <a:lnTo>
                    <a:pt x="62" y="152"/>
                  </a:lnTo>
                  <a:lnTo>
                    <a:pt x="62" y="9"/>
                  </a:lnTo>
                  <a:lnTo>
                    <a:pt x="1057" y="9"/>
                  </a:lnTo>
                  <a:close/>
                </a:path>
              </a:pathLst>
            </a:custGeom>
            <a:solidFill>
              <a:srgbClr val="6A9AFF"/>
            </a:solidFill>
            <a:ln>
              <a:noFill/>
            </a:ln>
          </p:spPr>
        </p:sp>
        <p:sp>
          <p:nvSpPr>
            <p:cNvPr id="16" name="footer-logo-l reflection band 3"/>
            <p:cNvSpPr/>
            <p:nvPr/>
          </p:nvSpPr>
          <p:spPr>
            <a:xfrm>
              <a:off x="641350" y="234950"/>
              <a:ext cx="69850" cy="19050"/>
            </a:xfrm>
            <a:custGeom>
              <a:avLst/>
              <a:gdLst/>
              <a:ahLst/>
              <a:cxnLst/>
              <a:rect l="0" t="0" r="r" b="b"/>
              <a:pathLst>
                <a:path w="1100" h="300">
                  <a:moveTo>
                    <a:pt x="1083" y="68"/>
                  </a:moveTo>
                  <a:lnTo>
                    <a:pt x="1083" y="211"/>
                  </a:lnTo>
                  <a:lnTo>
                    <a:pt x="88" y="211"/>
                  </a:lnTo>
                  <a:lnTo>
                    <a:pt x="88" y="68"/>
                  </a:lnTo>
                  <a:lnTo>
                    <a:pt x="1083" y="68"/>
                  </a:lnTo>
                  <a:close/>
                </a:path>
              </a:pathLst>
            </a:custGeom>
            <a:solidFill>
              <a:srgbClr val="5B87E6"/>
            </a:solidFill>
            <a:ln>
              <a:noFill/>
            </a:ln>
          </p:spPr>
        </p:sp>
        <p:sp>
          <p:nvSpPr>
            <p:cNvPr id="17" name="footer-logo-l reflection band 4"/>
            <p:cNvSpPr/>
            <p:nvPr/>
          </p:nvSpPr>
          <p:spPr>
            <a:xfrm>
              <a:off x="685800" y="254000"/>
              <a:ext cx="69850" cy="12700"/>
            </a:xfrm>
            <a:custGeom>
              <a:avLst/>
              <a:gdLst/>
              <a:ahLst/>
              <a:cxnLst/>
              <a:rect l="0" t="0" r="r" b="b"/>
              <a:pathLst>
                <a:path w="1100" h="200">
                  <a:moveTo>
                    <a:pt x="1071" y="28"/>
                  </a:moveTo>
                  <a:lnTo>
                    <a:pt x="1071" y="171"/>
                  </a:lnTo>
                  <a:lnTo>
                    <a:pt x="77" y="171"/>
                  </a:lnTo>
                  <a:lnTo>
                    <a:pt x="77" y="28"/>
                  </a:lnTo>
                  <a:lnTo>
                    <a:pt x="1071" y="28"/>
                  </a:lnTo>
                  <a:close/>
                </a:path>
              </a:pathLst>
            </a:custGeom>
            <a:solidFill>
              <a:srgbClr val="5B87E6"/>
            </a:solidFill>
            <a:ln>
              <a:noFill/>
            </a:ln>
          </p:spPr>
        </p:sp>
        <p:sp>
          <p:nvSpPr>
            <p:cNvPr id="18" name="footer-logo-l reflection band 5"/>
            <p:cNvSpPr/>
            <p:nvPr/>
          </p:nvSpPr>
          <p:spPr>
            <a:xfrm>
              <a:off x="641350" y="266700"/>
              <a:ext cx="69850" cy="19050"/>
            </a:xfrm>
            <a:custGeom>
              <a:avLst/>
              <a:gdLst/>
              <a:ahLst/>
              <a:cxnLst/>
              <a:rect l="0" t="0" r="r" b="b"/>
              <a:pathLst>
                <a:path w="1100" h="300">
                  <a:moveTo>
                    <a:pt x="1006" y="88"/>
                  </a:moveTo>
                  <a:lnTo>
                    <a:pt x="1006" y="230"/>
                  </a:lnTo>
                  <a:lnTo>
                    <a:pt x="12" y="230"/>
                  </a:lnTo>
                  <a:lnTo>
                    <a:pt x="12" y="88"/>
                  </a:lnTo>
                  <a:lnTo>
                    <a:pt x="1006" y="88"/>
                  </a:lnTo>
                  <a:close/>
                </a:path>
              </a:pathLst>
            </a:custGeom>
            <a:solidFill>
              <a:srgbClr val="4A6FC0"/>
            </a:solidFill>
            <a:ln>
              <a:noFill/>
            </a:ln>
          </p:spPr>
        </p:sp>
        <p:sp>
          <p:nvSpPr>
            <p:cNvPr id="19" name="footer-logo-l reflection band 6"/>
            <p:cNvSpPr/>
            <p:nvPr/>
          </p:nvSpPr>
          <p:spPr>
            <a:xfrm>
              <a:off x="692150" y="285750"/>
              <a:ext cx="69850" cy="12700"/>
            </a:xfrm>
            <a:custGeom>
              <a:avLst/>
              <a:gdLst/>
              <a:ahLst/>
              <a:cxnLst/>
              <a:rect l="0" t="0" r="r" b="b"/>
              <a:pathLst>
                <a:path w="1100" h="200">
                  <a:moveTo>
                    <a:pt x="1048" y="47"/>
                  </a:moveTo>
                  <a:lnTo>
                    <a:pt x="1048" y="190"/>
                  </a:lnTo>
                  <a:lnTo>
                    <a:pt x="53" y="190"/>
                  </a:lnTo>
                  <a:lnTo>
                    <a:pt x="53" y="47"/>
                  </a:lnTo>
                  <a:lnTo>
                    <a:pt x="1048" y="47"/>
                  </a:lnTo>
                  <a:close/>
                </a:path>
              </a:pathLst>
            </a:custGeom>
            <a:solidFill>
              <a:srgbClr val="4A6FC0"/>
            </a:solidFill>
            <a:ln>
              <a:noFill/>
            </a:ln>
          </p:spPr>
        </p:sp>
        <p:sp>
          <p:nvSpPr>
            <p:cNvPr id="20" name="footer-logo-l reflection band 7"/>
            <p:cNvSpPr/>
            <p:nvPr/>
          </p:nvSpPr>
          <p:spPr>
            <a:xfrm>
              <a:off x="647700" y="304800"/>
              <a:ext cx="69850" cy="12700"/>
            </a:xfrm>
            <a:custGeom>
              <a:avLst/>
              <a:gdLst/>
              <a:ahLst/>
              <a:cxnLst/>
              <a:rect l="0" t="0" r="r" b="b"/>
              <a:pathLst>
                <a:path w="1100" h="200">
                  <a:moveTo>
                    <a:pt x="1059" y="7"/>
                  </a:moveTo>
                  <a:lnTo>
                    <a:pt x="1059" y="149"/>
                  </a:lnTo>
                  <a:lnTo>
                    <a:pt x="65" y="149"/>
                  </a:lnTo>
                  <a:lnTo>
                    <a:pt x="65" y="7"/>
                  </a:lnTo>
                  <a:lnTo>
                    <a:pt x="1059" y="7"/>
                  </a:lnTo>
                  <a:close/>
                </a:path>
              </a:pathLst>
            </a:custGeom>
            <a:solidFill>
              <a:srgbClr val="3A5288"/>
            </a:solidFill>
            <a:ln>
              <a:noFill/>
            </a:ln>
          </p:spPr>
        </p:sp>
      </p:grpSp>
      <p:sp>
        <p:nvSpPr>
          <p:cNvPr id="22" name="page-num"/>
          <p:cNvSpPr txBox="1"/>
          <p:nvPr/>
        </p:nvSpPr>
        <p:spPr>
          <a:xfrm>
            <a:off x="10604500" y="6206744"/>
            <a:ext cx="781050" cy="194056"/>
          </a:xfrm>
          <a:prstGeom prst="rect">
            <a:avLst/>
          </a:prstGeom>
          <a:noFill/>
        </p:spPr>
        <p:txBody>
          <a:bodyPr wrap="square" lIns="0" tIns="0" rIns="0" bIns="0" rtlCol="0" anchor="t">
            <a:noAutofit/>
          </a:bodyPr>
          <a:lstStyle/>
          <a:p>
            <a:pPr algn="l">
              <a:lnSpc>
                <a:spcPts val="1734"/>
              </a:lnSpc>
              <a:buNone/>
            </a:pPr>
            <a:r>
              <a:rPr lang="en-US" sz="1200" dirty="0">
                <a:solidFill>
                  <a:srgbClr val="AEB7CA"/>
                </a:solidFill>
                <a:latin typeface="JetBrains Mono"/>
                <a:ea typeface="JetBrains Mono"/>
                <a:cs typeface="JetBrains Mono"/>
              </a:rPr>
              <a:t>3 / 12</a:t>
            </a:r>
            <a:endParaRPr lang="en-US" sz="1200" dirty="0"/>
          </a:p>
        </p:txBody>
      </p:sp>
      <p:sp>
        <p:nvSpPr>
          <p:cNvPr id="23" name="kicker"/>
          <p:cNvSpPr txBox="1"/>
          <p:nvPr/>
        </p:nvSpPr>
        <p:spPr>
          <a:xfrm>
            <a:off x="889000" y="559816"/>
            <a:ext cx="187325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THE AGENT LOOP</a:t>
            </a:r>
            <a:endParaRPr lang="en-US" sz="1400" dirty="0"/>
          </a:p>
        </p:txBody>
      </p:sp>
      <p:sp>
        <p:nvSpPr>
          <p:cNvPr id="24" name="headline"/>
          <p:cNvSpPr>
            <a:spLocks noGrp="1"/>
          </p:cNvSpPr>
          <p:nvPr>
            <p:ph type="title"/>
          </p:nvPr>
        </p:nvSpPr>
        <p:spPr>
          <a:xfrm>
            <a:off x="889000" y="1316078"/>
            <a:ext cx="8278812" cy="550822"/>
          </a:xfrm>
          <a:prstGeom prst="rect">
            <a:avLst/>
          </a:prstGeom>
          <a:noFill/>
        </p:spPr>
        <p:txBody>
          <a:bodyPr wrap="square" lIns="0" tIns="0" rIns="0" bIns="0" rtlCol="0" anchor="t">
            <a:noAutofit/>
          </a:bodyPr>
          <a:lstStyle/>
          <a:p>
            <a:pPr algn="l">
              <a:lnSpc>
                <a:spcPts val="4324"/>
              </a:lnSpc>
              <a:spcBef>
                <a:spcPts val="0"/>
              </a:spcBef>
              <a:spcAft>
                <a:spcPts val="0"/>
              </a:spcAft>
              <a:buNone/>
            </a:pPr>
            <a:r>
              <a:rPr lang="en-US" sz="4700" b="1" dirty="0">
                <a:solidFill>
                  <a:srgbClr val="FFFFFF"/>
                </a:solidFill>
                <a:latin typeface="Inter Tight"/>
                <a:ea typeface="Inter Tight"/>
                <a:cs typeface="Inter Tight"/>
              </a:rPr>
              <a:t>Look before </a:t>
            </a:r>
            <a:r>
              <a:rPr lang="en-US" sz="4700" b="1" dirty="0">
                <a:solidFill>
                  <a:srgbClr val="6A9AFF"/>
                </a:solidFill>
                <a:latin typeface="Inter Tight"/>
                <a:ea typeface="Inter Tight"/>
                <a:cs typeface="Inter Tight"/>
              </a:rPr>
              <a:t>you export.</a:t>
            </a:r>
            <a:endParaRPr lang="en-US" sz="4700" dirty="0"/>
          </a:p>
        </p:txBody>
      </p:sp>
      <p:grpSp>
        <p:nvGrpSpPr>
          <p:cNvPr id="39" name="workflow"/>
          <p:cNvGrpSpPr/>
          <p:nvPr/>
        </p:nvGrpSpPr>
        <p:grpSpPr>
          <a:xfrm>
            <a:off x="939800" y="2997200"/>
            <a:ext cx="10306050" cy="889000"/>
            <a:chOff x="0" y="0"/>
            <a:chExt cx="10306050" cy="889000"/>
          </a:xfrm>
        </p:grpSpPr>
        <p:sp>
          <p:nvSpPr>
            <p:cNvPr id="25" name="workflow/brief-&gt;edit"/>
            <p:cNvSpPr/>
            <p:nvPr/>
          </p:nvSpPr>
          <p:spPr>
            <a:xfrm>
              <a:off x="1511300" y="374650"/>
              <a:ext cx="717550" cy="139700"/>
            </a:xfrm>
            <a:custGeom>
              <a:avLst/>
              <a:gdLst/>
              <a:ahLst/>
              <a:cxnLst/>
              <a:rect l="0" t="0" r="r" b="b"/>
              <a:pathLst>
                <a:path w="11300" h="2200">
                  <a:moveTo>
                    <a:pt x="400" y="1100"/>
                  </a:moveTo>
                  <a:lnTo>
                    <a:pt x="9718" y="1100"/>
                  </a:lnTo>
                  <a:lnTo>
                    <a:pt x="400" y="1100"/>
                  </a:lnTo>
                  <a:moveTo>
                    <a:pt x="9222" y="1826"/>
                  </a:moveTo>
                  <a:lnTo>
                    <a:pt x="10950" y="1100"/>
                  </a:lnTo>
                  <a:lnTo>
                    <a:pt x="9222" y="374"/>
                  </a:lnTo>
                  <a:lnTo>
                    <a:pt x="9222" y="1826"/>
                  </a:lnTo>
                  <a:close/>
                </a:path>
              </a:pathLst>
            </a:custGeom>
            <a:solidFill>
              <a:srgbClr val="6A9AFF"/>
            </a:solidFill>
            <a:ln w="19050" cap="rnd">
              <a:solidFill>
                <a:srgbClr val="6A9AFF"/>
              </a:solidFill>
              <a:round/>
            </a:ln>
          </p:spPr>
        </p:sp>
        <p:sp>
          <p:nvSpPr>
            <p:cNvPr id="26" name="workflow/edit-&gt;check"/>
            <p:cNvSpPr/>
            <p:nvPr/>
          </p:nvSpPr>
          <p:spPr>
            <a:xfrm>
              <a:off x="3435350" y="374650"/>
              <a:ext cx="717550" cy="139700"/>
            </a:xfrm>
            <a:custGeom>
              <a:avLst/>
              <a:gdLst/>
              <a:ahLst/>
              <a:cxnLst/>
              <a:rect l="0" t="0" r="r" b="b"/>
              <a:pathLst>
                <a:path w="11300" h="2200">
                  <a:moveTo>
                    <a:pt x="400" y="1100"/>
                  </a:moveTo>
                  <a:lnTo>
                    <a:pt x="9718" y="1100"/>
                  </a:lnTo>
                  <a:lnTo>
                    <a:pt x="400" y="1100"/>
                  </a:lnTo>
                  <a:moveTo>
                    <a:pt x="9222" y="1826"/>
                  </a:moveTo>
                  <a:lnTo>
                    <a:pt x="10950" y="1100"/>
                  </a:lnTo>
                  <a:lnTo>
                    <a:pt x="9222" y="374"/>
                  </a:lnTo>
                  <a:lnTo>
                    <a:pt x="9222" y="1826"/>
                  </a:lnTo>
                  <a:close/>
                </a:path>
              </a:pathLst>
            </a:custGeom>
            <a:solidFill>
              <a:srgbClr val="6A9AFF"/>
            </a:solidFill>
            <a:ln w="19050" cap="rnd">
              <a:solidFill>
                <a:srgbClr val="6A9AFF"/>
              </a:solidFill>
              <a:round/>
            </a:ln>
          </p:spPr>
        </p:sp>
        <p:sp>
          <p:nvSpPr>
            <p:cNvPr id="27" name="workflow/check-&gt;preview"/>
            <p:cNvSpPr/>
            <p:nvPr/>
          </p:nvSpPr>
          <p:spPr>
            <a:xfrm>
              <a:off x="5930900" y="374650"/>
              <a:ext cx="711200" cy="139700"/>
            </a:xfrm>
            <a:custGeom>
              <a:avLst/>
              <a:gdLst/>
              <a:ahLst/>
              <a:cxnLst/>
              <a:rect l="0" t="0" r="r" b="b"/>
              <a:pathLst>
                <a:path w="11200" h="2200">
                  <a:moveTo>
                    <a:pt x="400" y="1100"/>
                  </a:moveTo>
                  <a:lnTo>
                    <a:pt x="9618" y="1100"/>
                  </a:lnTo>
                  <a:lnTo>
                    <a:pt x="400" y="1100"/>
                  </a:lnTo>
                  <a:moveTo>
                    <a:pt x="9122" y="1826"/>
                  </a:moveTo>
                  <a:lnTo>
                    <a:pt x="10850" y="1100"/>
                  </a:lnTo>
                  <a:lnTo>
                    <a:pt x="9122" y="374"/>
                  </a:lnTo>
                  <a:lnTo>
                    <a:pt x="9122" y="1826"/>
                  </a:lnTo>
                  <a:close/>
                </a:path>
              </a:pathLst>
            </a:custGeom>
            <a:solidFill>
              <a:srgbClr val="6A9AFF"/>
            </a:solidFill>
            <a:ln w="19050" cap="rnd">
              <a:solidFill>
                <a:srgbClr val="6A9AFF"/>
              </a:solidFill>
              <a:round/>
            </a:ln>
          </p:spPr>
        </p:sp>
        <p:sp>
          <p:nvSpPr>
            <p:cNvPr id="28" name="workflow/preview-&gt;export"/>
            <p:cNvSpPr/>
            <p:nvPr/>
          </p:nvSpPr>
          <p:spPr>
            <a:xfrm>
              <a:off x="8191500" y="374650"/>
              <a:ext cx="717550" cy="139700"/>
            </a:xfrm>
            <a:custGeom>
              <a:avLst/>
              <a:gdLst/>
              <a:ahLst/>
              <a:cxnLst/>
              <a:rect l="0" t="0" r="r" b="b"/>
              <a:pathLst>
                <a:path w="11300" h="2200">
                  <a:moveTo>
                    <a:pt x="400" y="1100"/>
                  </a:moveTo>
                  <a:lnTo>
                    <a:pt x="9718" y="1100"/>
                  </a:lnTo>
                  <a:lnTo>
                    <a:pt x="400" y="1100"/>
                  </a:lnTo>
                  <a:moveTo>
                    <a:pt x="9222" y="1826"/>
                  </a:moveTo>
                  <a:lnTo>
                    <a:pt x="10950" y="1100"/>
                  </a:lnTo>
                  <a:lnTo>
                    <a:pt x="9222" y="374"/>
                  </a:lnTo>
                  <a:lnTo>
                    <a:pt x="9222" y="1826"/>
                  </a:lnTo>
                  <a:close/>
                </a:path>
              </a:pathLst>
            </a:custGeom>
            <a:solidFill>
              <a:srgbClr val="6A9AFF"/>
            </a:solidFill>
            <a:ln w="19050" cap="rnd">
              <a:solidFill>
                <a:srgbClr val="6A9AFF"/>
              </a:solidFill>
              <a:round/>
            </a:ln>
          </p:spPr>
        </p:sp>
        <p:sp>
          <p:nvSpPr>
            <p:cNvPr id="29" name="workflow/brief"/>
            <p:cNvSpPr/>
            <p:nvPr/>
          </p:nvSpPr>
          <p:spPr>
            <a:xfrm>
              <a:off x="47625" y="180975"/>
              <a:ext cx="1479550" cy="527050"/>
            </a:xfrm>
            <a:prstGeom prst="roundRect">
              <a:avLst>
                <a:gd name="adj" fmla="val 13373"/>
              </a:avLst>
            </a:prstGeom>
            <a:solidFill>
              <a:srgbClr val="2F3647"/>
            </a:solidFill>
            <a:ln w="19050">
              <a:solidFill>
                <a:srgbClr val="858A95"/>
              </a:solidFill>
            </a:ln>
          </p:spPr>
        </p:sp>
        <p:sp>
          <p:nvSpPr>
            <p:cNvPr id="30" name="workflow/edit"/>
            <p:cNvSpPr/>
            <p:nvPr/>
          </p:nvSpPr>
          <p:spPr>
            <a:xfrm>
              <a:off x="2225675" y="180975"/>
              <a:ext cx="1225550" cy="527050"/>
            </a:xfrm>
            <a:prstGeom prst="roundRect">
              <a:avLst>
                <a:gd name="adj" fmla="val 13373"/>
              </a:avLst>
            </a:prstGeom>
            <a:solidFill>
              <a:srgbClr val="2F3647"/>
            </a:solidFill>
            <a:ln w="19050">
              <a:solidFill>
                <a:srgbClr val="858A95"/>
              </a:solidFill>
            </a:ln>
          </p:spPr>
        </p:sp>
        <p:sp>
          <p:nvSpPr>
            <p:cNvPr id="31" name="workflow/check"/>
            <p:cNvSpPr/>
            <p:nvPr/>
          </p:nvSpPr>
          <p:spPr>
            <a:xfrm>
              <a:off x="4149725" y="47625"/>
              <a:ext cx="1797050" cy="793750"/>
            </a:xfrm>
            <a:custGeom>
              <a:avLst/>
              <a:gdLst/>
              <a:ahLst/>
              <a:cxnLst/>
              <a:rect l="0" t="0" r="r" b="b"/>
              <a:pathLst>
                <a:path w="10000" h="10000">
                  <a:moveTo>
                    <a:pt x="5000" y="0"/>
                  </a:moveTo>
                  <a:lnTo>
                    <a:pt x="10000" y="5000"/>
                  </a:lnTo>
                  <a:lnTo>
                    <a:pt x="5000" y="10000"/>
                  </a:lnTo>
                  <a:lnTo>
                    <a:pt x="0" y="5000"/>
                  </a:lnTo>
                  <a:lnTo>
                    <a:pt x="5000" y="0"/>
                  </a:lnTo>
                  <a:close/>
                </a:path>
              </a:pathLst>
            </a:custGeom>
            <a:solidFill>
              <a:srgbClr val="2F3647"/>
            </a:solidFill>
            <a:ln w="19050">
              <a:solidFill>
                <a:srgbClr val="858A95"/>
              </a:solidFill>
            </a:ln>
          </p:spPr>
        </p:sp>
        <p:sp>
          <p:nvSpPr>
            <p:cNvPr id="32" name="workflow/preview"/>
            <p:cNvSpPr/>
            <p:nvPr/>
          </p:nvSpPr>
          <p:spPr>
            <a:xfrm>
              <a:off x="6638925" y="212725"/>
              <a:ext cx="1568450" cy="463550"/>
            </a:xfrm>
            <a:prstGeom prst="roundRect">
              <a:avLst>
                <a:gd name="adj" fmla="val 15205"/>
              </a:avLst>
            </a:prstGeom>
            <a:solidFill>
              <a:srgbClr val="2F3647"/>
            </a:solidFill>
            <a:ln w="19050">
              <a:solidFill>
                <a:srgbClr val="858A95"/>
              </a:solidFill>
            </a:ln>
          </p:spPr>
        </p:sp>
        <p:sp>
          <p:nvSpPr>
            <p:cNvPr id="33" name="workflow/export"/>
            <p:cNvSpPr/>
            <p:nvPr/>
          </p:nvSpPr>
          <p:spPr>
            <a:xfrm>
              <a:off x="8905875" y="180975"/>
              <a:ext cx="1352550" cy="527050"/>
            </a:xfrm>
            <a:prstGeom prst="roundRect">
              <a:avLst>
                <a:gd name="adj" fmla="val 13373"/>
              </a:avLst>
            </a:prstGeom>
            <a:solidFill>
              <a:srgbClr val="2F3647"/>
            </a:solidFill>
            <a:ln w="19050">
              <a:solidFill>
                <a:srgbClr val="858A95"/>
              </a:solidFill>
            </a:ln>
          </p:spPr>
        </p:sp>
        <p:sp>
          <p:nvSpPr>
            <p:cNvPr id="34" name="workflow/brief.label"/>
            <p:cNvSpPr txBox="1"/>
            <p:nvPr/>
          </p:nvSpPr>
          <p:spPr>
            <a:xfrm>
              <a:off x="-49212" y="172820"/>
              <a:ext cx="1679575" cy="430430"/>
            </a:xfrm>
            <a:prstGeom prst="rect">
              <a:avLst/>
            </a:prstGeom>
            <a:noFill/>
          </p:spPr>
          <p:txBody>
            <a:bodyPr wrap="square" lIns="0" tIns="0" rIns="0" bIns="0" rtlCol="0" anchor="t">
              <a:noAutofit/>
            </a:bodyPr>
            <a:lstStyle/>
            <a:p>
              <a:pPr algn="ctr">
                <a:lnSpc>
                  <a:spcPts val="3456"/>
                </a:lnSpc>
                <a:buNone/>
              </a:pPr>
              <a:r>
                <a:rPr lang="en-US" sz="2650" dirty="0">
                  <a:solidFill>
                    <a:srgbClr val="FFFFFF"/>
                  </a:solidFill>
                  <a:latin typeface="Inter"/>
                  <a:ea typeface="Inter"/>
                  <a:cs typeface="Inter"/>
                </a:rPr>
                <a:t>Inspect</a:t>
              </a:r>
              <a:endParaRPr lang="en-US" sz="2650" dirty="0"/>
            </a:p>
          </p:txBody>
        </p:sp>
        <p:sp>
          <p:nvSpPr>
            <p:cNvPr id="35" name="workflow/edit.label"/>
            <p:cNvSpPr txBox="1"/>
            <p:nvPr/>
          </p:nvSpPr>
          <p:spPr>
            <a:xfrm>
              <a:off x="2122488" y="172820"/>
              <a:ext cx="1425575" cy="430430"/>
            </a:xfrm>
            <a:prstGeom prst="rect">
              <a:avLst/>
            </a:prstGeom>
            <a:noFill/>
          </p:spPr>
          <p:txBody>
            <a:bodyPr wrap="square" lIns="0" tIns="0" rIns="0" bIns="0" rtlCol="0" anchor="t">
              <a:noAutofit/>
            </a:bodyPr>
            <a:lstStyle/>
            <a:p>
              <a:pPr algn="ctr">
                <a:lnSpc>
                  <a:spcPts val="3456"/>
                </a:lnSpc>
                <a:buNone/>
              </a:pPr>
              <a:r>
                <a:rPr lang="en-US" sz="2650" dirty="0">
                  <a:solidFill>
                    <a:srgbClr val="FFFFFF"/>
                  </a:solidFill>
                  <a:latin typeface="Inter"/>
                  <a:ea typeface="Inter"/>
                  <a:cs typeface="Inter"/>
                </a:rPr>
                <a:t>Apply</a:t>
              </a:r>
              <a:endParaRPr lang="en-US" sz="2650" dirty="0"/>
            </a:p>
          </p:txBody>
        </p:sp>
        <p:sp>
          <p:nvSpPr>
            <p:cNvPr id="36" name="workflow/check.label"/>
            <p:cNvSpPr txBox="1"/>
            <p:nvPr/>
          </p:nvSpPr>
          <p:spPr>
            <a:xfrm>
              <a:off x="4281488" y="207857"/>
              <a:ext cx="1527175" cy="363643"/>
            </a:xfrm>
            <a:prstGeom prst="rect">
              <a:avLst/>
            </a:prstGeom>
            <a:noFill/>
          </p:spPr>
          <p:txBody>
            <a:bodyPr wrap="square" lIns="0" tIns="0" rIns="0" bIns="0" rtlCol="0" anchor="t">
              <a:noAutofit/>
            </a:bodyPr>
            <a:lstStyle/>
            <a:p>
              <a:pPr algn="ctr">
                <a:lnSpc>
                  <a:spcPts val="3456"/>
                </a:lnSpc>
                <a:buNone/>
              </a:pPr>
              <a:r>
                <a:rPr lang="en-US" sz="2650" dirty="0">
                  <a:solidFill>
                    <a:srgbClr val="FFFFFF"/>
                  </a:solidFill>
                  <a:latin typeface="Inter"/>
                  <a:ea typeface="Inter"/>
                  <a:cs typeface="Inter"/>
                </a:rPr>
                <a:t>Check</a:t>
              </a:r>
              <a:endParaRPr lang="en-US" sz="2650" dirty="0"/>
            </a:p>
          </p:txBody>
        </p:sp>
        <p:sp>
          <p:nvSpPr>
            <p:cNvPr id="37" name="workflow/preview.label"/>
            <p:cNvSpPr txBox="1"/>
            <p:nvPr/>
          </p:nvSpPr>
          <p:spPr>
            <a:xfrm>
              <a:off x="6542088" y="212623"/>
              <a:ext cx="1768475" cy="365227"/>
            </a:xfrm>
            <a:prstGeom prst="rect">
              <a:avLst/>
            </a:prstGeom>
            <a:noFill/>
          </p:spPr>
          <p:txBody>
            <a:bodyPr wrap="square" lIns="0" tIns="0" rIns="0" bIns="0" rtlCol="0" anchor="t">
              <a:noAutofit/>
            </a:bodyPr>
            <a:lstStyle/>
            <a:p>
              <a:pPr algn="ctr">
                <a:lnSpc>
                  <a:spcPts val="3456"/>
                </a:lnSpc>
                <a:buNone/>
              </a:pPr>
              <a:r>
                <a:rPr lang="en-US" sz="2650" dirty="0">
                  <a:solidFill>
                    <a:srgbClr val="FFFFFF"/>
                  </a:solidFill>
                  <a:latin typeface="Inter"/>
                  <a:ea typeface="Inter"/>
                  <a:cs typeface="Inter"/>
                </a:rPr>
                <a:t>Preview</a:t>
              </a:r>
              <a:endParaRPr lang="en-US" sz="2650" dirty="0"/>
            </a:p>
          </p:txBody>
        </p:sp>
        <p:sp>
          <p:nvSpPr>
            <p:cNvPr id="38" name="workflow/export.label"/>
            <p:cNvSpPr txBox="1"/>
            <p:nvPr/>
          </p:nvSpPr>
          <p:spPr>
            <a:xfrm>
              <a:off x="8809038" y="172820"/>
              <a:ext cx="1546225" cy="430430"/>
            </a:xfrm>
            <a:prstGeom prst="rect">
              <a:avLst/>
            </a:prstGeom>
            <a:noFill/>
          </p:spPr>
          <p:txBody>
            <a:bodyPr wrap="square" lIns="0" tIns="0" rIns="0" bIns="0" rtlCol="0" anchor="t">
              <a:noAutofit/>
            </a:bodyPr>
            <a:lstStyle/>
            <a:p>
              <a:pPr algn="ctr">
                <a:lnSpc>
                  <a:spcPts val="3456"/>
                </a:lnSpc>
                <a:buNone/>
              </a:pPr>
              <a:r>
                <a:rPr lang="en-US" sz="2650" dirty="0">
                  <a:solidFill>
                    <a:srgbClr val="FFFFFF"/>
                  </a:solidFill>
                  <a:latin typeface="Inter"/>
                  <a:ea typeface="Inter"/>
                  <a:cs typeface="Inter"/>
                </a:rPr>
                <a:t>Export</a:t>
              </a:r>
              <a:endParaRPr lang="en-US" sz="2650" dirty="0"/>
            </a:p>
          </p:txBody>
        </p:sp>
      </p:grpSp>
      <p:sp>
        <p:nvSpPr>
          <p:cNvPr id="40" name="note"/>
          <p:cNvSpPr txBox="1"/>
          <p:nvPr/>
        </p:nvSpPr>
        <p:spPr>
          <a:xfrm>
            <a:off x="889000" y="4752209"/>
            <a:ext cx="10160000" cy="607191"/>
          </a:xfrm>
          <a:prstGeom prst="rect">
            <a:avLst/>
          </a:prstGeom>
          <a:noFill/>
        </p:spPr>
        <p:txBody>
          <a:bodyPr wrap="square" lIns="0" tIns="0" rIns="0" bIns="0" rtlCol="0" anchor="t">
            <a:noAutofit/>
          </a:bodyPr>
          <a:lstStyle/>
          <a:p>
            <a:pPr algn="l">
              <a:lnSpc>
                <a:spcPts val="2340"/>
              </a:lnSpc>
              <a:spcBef>
                <a:spcPts val="0"/>
              </a:spcBef>
              <a:spcAft>
                <a:spcPts val="0"/>
              </a:spcAft>
              <a:buNone/>
            </a:pPr>
            <a:r>
              <a:rPr lang="en-US" sz="1800" dirty="0">
                <a:solidFill>
                  <a:srgbClr val="FFFFFF"/>
                </a:solidFill>
                <a:latin typeface="Inter"/>
                <a:ea typeface="Inter"/>
                <a:cs typeface="Inter"/>
              </a:rPr>
              <a:t>Read the canvas. Make atomic edits. Run the checks.</a:t>
            </a:r>
            <a:endParaRPr lang="en-US" sz="1800" dirty="0"/>
          </a:p>
          <a:p>
            <a:pPr algn="l">
              <a:lnSpc>
                <a:spcPts val="2340"/>
              </a:lnSpc>
              <a:spcBef>
                <a:spcPts val="0"/>
              </a:spcBef>
              <a:spcAft>
                <a:spcPts val="0"/>
              </a:spcAft>
              <a:buNone/>
            </a:pPr>
            <a:r>
              <a:rPr lang="en-US" sz="1800" dirty="0">
                <a:solidFill>
                  <a:srgbClr val="FFFFFF"/>
                </a:solidFill>
                <a:latin typeface="Inter"/>
                <a:ea typeface="Inter"/>
                <a:cs typeface="Inter"/>
              </a:rPr>
              <a:t>Look at the render. Then ship the files.</a:t>
            </a:r>
            <a:endParaRPr lang="en-US" sz="18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gallery">
    <p:bg>
      <p:bgPr>
        <a:solidFill>
          <a:srgbClr val="252B39"/>
        </a:solidFill>
        <a:effectLst/>
      </p:bgPr>
    </p:bg>
    <p:spTree>
      <p:nvGrpSpPr>
        <p:cNvPr id="1" name=""/>
        <p:cNvGrpSpPr/>
        <p:nvPr/>
      </p:nvGrpSpPr>
      <p:grpSpPr>
        <a:xfrm>
          <a:off x="0" y="0"/>
          <a:ext cx="0" cy="0"/>
          <a:chOff x="0" y="0"/>
          <a:chExt cx="0" cy="0"/>
        </a:xfrm>
      </p:grpSpPr>
      <p:grpSp>
        <p:nvGrpSpPr>
          <p:cNvPr id="21" name="footer-logo"/>
          <p:cNvGrpSpPr/>
          <p:nvPr/>
        </p:nvGrpSpPr>
        <p:grpSpPr>
          <a:xfrm>
            <a:off x="1047750" y="6127750"/>
            <a:ext cx="762000" cy="323850"/>
            <a:chOff x="0" y="0"/>
            <a:chExt cx="762000" cy="323850"/>
          </a:xfrm>
        </p:grpSpPr>
        <p:sp>
          <p:nvSpPr>
            <p:cNvPr id="2" name="footer-logo-v"/>
            <p:cNvSpPr/>
            <p:nvPr/>
          </p:nvSpPr>
          <p:spPr>
            <a:xfrm>
              <a:off x="0" y="88900"/>
              <a:ext cx="247650" cy="234950"/>
            </a:xfrm>
            <a:custGeom>
              <a:avLst/>
              <a:gdLst/>
              <a:ahLst/>
              <a:cxnLst/>
              <a:rect l="0" t="0" r="r" b="b"/>
              <a:pathLst>
                <a:path w="3900" h="3700">
                  <a:moveTo>
                    <a:pt x="52" y="32"/>
                  </a:moveTo>
                  <a:lnTo>
                    <a:pt x="1116" y="32"/>
                  </a:lnTo>
                  <a:lnTo>
                    <a:pt x="1965" y="2266"/>
                  </a:lnTo>
                  <a:lnTo>
                    <a:pt x="2813" y="32"/>
                  </a:lnTo>
                  <a:lnTo>
                    <a:pt x="3877" y="32"/>
                  </a:lnTo>
                  <a:lnTo>
                    <a:pt x="2497" y="3666"/>
                  </a:lnTo>
                  <a:lnTo>
                    <a:pt x="1433" y="3666"/>
                  </a:lnTo>
                  <a:lnTo>
                    <a:pt x="52" y="32"/>
                  </a:lnTo>
                  <a:close/>
                </a:path>
              </a:pathLst>
            </a:custGeom>
            <a:solidFill>
              <a:srgbClr val="FFFFFF"/>
            </a:solidFill>
            <a:ln>
              <a:noFill/>
            </a:ln>
          </p:spPr>
        </p:sp>
        <p:sp>
          <p:nvSpPr>
            <p:cNvPr id="3" name="footer-logo-i stem"/>
            <p:cNvSpPr/>
            <p:nvPr/>
          </p:nvSpPr>
          <p:spPr>
            <a:xfrm>
              <a:off x="285750" y="88900"/>
              <a:ext cx="69850" cy="234950"/>
            </a:xfrm>
            <a:custGeom>
              <a:avLst/>
              <a:gdLst/>
              <a:ahLst/>
              <a:cxnLst/>
              <a:rect l="0" t="0" r="r" b="b"/>
              <a:pathLst>
                <a:path w="1100" h="3700">
                  <a:moveTo>
                    <a:pt x="27" y="32"/>
                  </a:moveTo>
                  <a:lnTo>
                    <a:pt x="1022" y="32"/>
                  </a:lnTo>
                  <a:lnTo>
                    <a:pt x="1022" y="3666"/>
                  </a:lnTo>
                  <a:lnTo>
                    <a:pt x="27" y="3666"/>
                  </a:lnTo>
                  <a:lnTo>
                    <a:pt x="27" y="32"/>
                  </a:lnTo>
                  <a:close/>
                </a:path>
              </a:pathLst>
            </a:custGeom>
            <a:solidFill>
              <a:srgbClr val="FFFFFF"/>
            </a:solidFill>
            <a:ln>
              <a:noFill/>
            </a:ln>
          </p:spPr>
        </p:sp>
        <p:sp>
          <p:nvSpPr>
            <p:cNvPr id="4" name="footer-logo-i dot"/>
            <p:cNvSpPr/>
            <p:nvPr/>
          </p:nvSpPr>
          <p:spPr>
            <a:xfrm>
              <a:off x="285750" y="0"/>
              <a:ext cx="69850" cy="69850"/>
            </a:xfrm>
            <a:custGeom>
              <a:avLst/>
              <a:gdLst/>
              <a:ahLst/>
              <a:cxnLst/>
              <a:rect l="0" t="0" r="r" b="b"/>
              <a:pathLst>
                <a:path w="1100" h="1100">
                  <a:moveTo>
                    <a:pt x="27" y="17"/>
                  </a:moveTo>
                  <a:lnTo>
                    <a:pt x="1022" y="17"/>
                  </a:lnTo>
                  <a:lnTo>
                    <a:pt x="1022" y="1012"/>
                  </a:lnTo>
                  <a:lnTo>
                    <a:pt x="27" y="1012"/>
                  </a:lnTo>
                  <a:lnTo>
                    <a:pt x="27" y="17"/>
                  </a:lnTo>
                  <a:close/>
                </a:path>
              </a:pathLst>
            </a:custGeom>
            <a:solidFill>
              <a:srgbClr val="FFFFFF"/>
            </a:solidFill>
            <a:ln>
              <a:noFill/>
            </a:ln>
          </p:spPr>
        </p:sp>
        <p:sp>
          <p:nvSpPr>
            <p:cNvPr id="5" name="footer-logo-x"/>
            <p:cNvSpPr/>
            <p:nvPr/>
          </p:nvSpPr>
          <p:spPr>
            <a:xfrm>
              <a:off x="387350" y="88900"/>
              <a:ext cx="241300" cy="120650"/>
            </a:xfrm>
            <a:custGeom>
              <a:avLst/>
              <a:gdLst/>
              <a:ahLst/>
              <a:cxnLst/>
              <a:rect l="0" t="0" r="r" b="b"/>
              <a:pathLst>
                <a:path w="3800" h="1900">
                  <a:moveTo>
                    <a:pt x="72" y="32"/>
                  </a:moveTo>
                  <a:lnTo>
                    <a:pt x="1269" y="32"/>
                  </a:lnTo>
                  <a:lnTo>
                    <a:pt x="1889" y="956"/>
                  </a:lnTo>
                  <a:lnTo>
                    <a:pt x="2509" y="32"/>
                  </a:lnTo>
                  <a:lnTo>
                    <a:pt x="3706" y="32"/>
                  </a:lnTo>
                  <a:lnTo>
                    <a:pt x="2488" y="1849"/>
                  </a:lnTo>
                  <a:lnTo>
                    <a:pt x="1290" y="1849"/>
                  </a:lnTo>
                  <a:lnTo>
                    <a:pt x="72" y="32"/>
                  </a:lnTo>
                  <a:close/>
                </a:path>
              </a:pathLst>
            </a:custGeom>
            <a:solidFill>
              <a:srgbClr val="FFFFFF"/>
            </a:solidFill>
            <a:ln>
              <a:noFill/>
            </a:ln>
          </p:spPr>
        </p:sp>
        <p:sp>
          <p:nvSpPr>
            <p:cNvPr id="6" name="footer-logo-x reflection band 1"/>
            <p:cNvSpPr/>
            <p:nvPr/>
          </p:nvSpPr>
          <p:spPr>
            <a:xfrm>
              <a:off x="457200" y="203200"/>
              <a:ext cx="95250" cy="12700"/>
            </a:xfrm>
            <a:custGeom>
              <a:avLst/>
              <a:gdLst/>
              <a:ahLst/>
              <a:cxnLst/>
              <a:rect l="0" t="0" r="r" b="b"/>
              <a:pathLst>
                <a:path w="1500" h="200">
                  <a:moveTo>
                    <a:pt x="1483" y="192"/>
                  </a:moveTo>
                  <a:lnTo>
                    <a:pt x="1388" y="49"/>
                  </a:lnTo>
                  <a:lnTo>
                    <a:pt x="190" y="49"/>
                  </a:lnTo>
                  <a:lnTo>
                    <a:pt x="95" y="192"/>
                  </a:lnTo>
                  <a:lnTo>
                    <a:pt x="1483" y="192"/>
                  </a:lnTo>
                  <a:close/>
                </a:path>
              </a:pathLst>
            </a:custGeom>
            <a:solidFill>
              <a:srgbClr val="6A9AFF"/>
            </a:solidFill>
            <a:ln>
              <a:noFill/>
            </a:ln>
          </p:spPr>
        </p:sp>
        <p:sp>
          <p:nvSpPr>
            <p:cNvPr id="7" name="footer-logo-x reflection band 2"/>
            <p:cNvSpPr/>
            <p:nvPr/>
          </p:nvSpPr>
          <p:spPr>
            <a:xfrm>
              <a:off x="469900" y="222250"/>
              <a:ext cx="114300" cy="12700"/>
            </a:xfrm>
            <a:custGeom>
              <a:avLst/>
              <a:gdLst/>
              <a:ahLst/>
              <a:cxnLst/>
              <a:rect l="0" t="0" r="r" b="b"/>
              <a:pathLst>
                <a:path w="1800" h="200">
                  <a:moveTo>
                    <a:pt x="1763" y="152"/>
                  </a:moveTo>
                  <a:lnTo>
                    <a:pt x="1668" y="9"/>
                  </a:lnTo>
                  <a:lnTo>
                    <a:pt x="122" y="9"/>
                  </a:lnTo>
                  <a:lnTo>
                    <a:pt x="27" y="152"/>
                  </a:lnTo>
                  <a:lnTo>
                    <a:pt x="1763" y="152"/>
                  </a:lnTo>
                  <a:close/>
                </a:path>
              </a:pathLst>
            </a:custGeom>
            <a:solidFill>
              <a:srgbClr val="6A9AFF"/>
            </a:solidFill>
            <a:ln>
              <a:noFill/>
            </a:ln>
          </p:spPr>
        </p:sp>
        <p:sp>
          <p:nvSpPr>
            <p:cNvPr id="8" name="footer-logo-x reflection band 3"/>
            <p:cNvSpPr/>
            <p:nvPr/>
          </p:nvSpPr>
          <p:spPr>
            <a:xfrm>
              <a:off x="419100" y="234950"/>
              <a:ext cx="139700" cy="19050"/>
            </a:xfrm>
            <a:custGeom>
              <a:avLst/>
              <a:gdLst/>
              <a:ahLst/>
              <a:cxnLst/>
              <a:rect l="0" t="0" r="r" b="b"/>
              <a:pathLst>
                <a:path w="2200" h="300">
                  <a:moveTo>
                    <a:pt x="2164" y="211"/>
                  </a:moveTo>
                  <a:lnTo>
                    <a:pt x="2068" y="68"/>
                  </a:lnTo>
                  <a:lnTo>
                    <a:pt x="175" y="68"/>
                  </a:lnTo>
                  <a:lnTo>
                    <a:pt x="79" y="211"/>
                  </a:lnTo>
                  <a:lnTo>
                    <a:pt x="2164" y="211"/>
                  </a:lnTo>
                  <a:close/>
                </a:path>
              </a:pathLst>
            </a:custGeom>
            <a:solidFill>
              <a:srgbClr val="5B87E6"/>
            </a:solidFill>
            <a:ln>
              <a:noFill/>
            </a:ln>
          </p:spPr>
        </p:sp>
        <p:sp>
          <p:nvSpPr>
            <p:cNvPr id="9" name="footer-logo-x reflection band 4"/>
            <p:cNvSpPr/>
            <p:nvPr/>
          </p:nvSpPr>
          <p:spPr>
            <a:xfrm>
              <a:off x="450850" y="254000"/>
              <a:ext cx="165100" cy="12700"/>
            </a:xfrm>
            <a:custGeom>
              <a:avLst/>
              <a:gdLst/>
              <a:ahLst/>
              <a:cxnLst/>
              <a:rect l="0" t="0" r="r" b="b"/>
              <a:pathLst>
                <a:path w="2600" h="200">
                  <a:moveTo>
                    <a:pt x="1291" y="171"/>
                  </a:moveTo>
                  <a:lnTo>
                    <a:pt x="1310" y="142"/>
                  </a:lnTo>
                  <a:lnTo>
                    <a:pt x="1329" y="171"/>
                  </a:lnTo>
                  <a:lnTo>
                    <a:pt x="2526" y="171"/>
                  </a:lnTo>
                  <a:lnTo>
                    <a:pt x="2430" y="28"/>
                  </a:lnTo>
                  <a:lnTo>
                    <a:pt x="189" y="28"/>
                  </a:lnTo>
                  <a:lnTo>
                    <a:pt x="93" y="171"/>
                  </a:lnTo>
                  <a:lnTo>
                    <a:pt x="1291" y="171"/>
                  </a:lnTo>
                  <a:close/>
                </a:path>
              </a:pathLst>
            </a:custGeom>
            <a:solidFill>
              <a:srgbClr val="5B87E6"/>
            </a:solidFill>
            <a:ln>
              <a:noFill/>
            </a:ln>
          </p:spPr>
        </p:sp>
        <p:sp>
          <p:nvSpPr>
            <p:cNvPr id="10" name="footer-logo-x reflection band 5"/>
            <p:cNvSpPr/>
            <p:nvPr/>
          </p:nvSpPr>
          <p:spPr>
            <a:xfrm>
              <a:off x="393700" y="266700"/>
              <a:ext cx="184150" cy="19050"/>
            </a:xfrm>
            <a:custGeom>
              <a:avLst/>
              <a:gdLst/>
              <a:ahLst/>
              <a:cxnLst/>
              <a:rect l="0" t="0" r="r" b="b"/>
              <a:pathLst>
                <a:path w="2900" h="300">
                  <a:moveTo>
                    <a:pt x="1252" y="230"/>
                  </a:moveTo>
                  <a:lnTo>
                    <a:pt x="1347" y="88"/>
                  </a:lnTo>
                  <a:lnTo>
                    <a:pt x="1542" y="88"/>
                  </a:lnTo>
                  <a:lnTo>
                    <a:pt x="1638" y="230"/>
                  </a:lnTo>
                  <a:lnTo>
                    <a:pt x="2835" y="230"/>
                  </a:lnTo>
                  <a:lnTo>
                    <a:pt x="2740" y="88"/>
                  </a:lnTo>
                  <a:lnTo>
                    <a:pt x="150" y="88"/>
                  </a:lnTo>
                  <a:lnTo>
                    <a:pt x="54" y="230"/>
                  </a:lnTo>
                  <a:lnTo>
                    <a:pt x="1252" y="230"/>
                  </a:lnTo>
                  <a:close/>
                </a:path>
              </a:pathLst>
            </a:custGeom>
            <a:solidFill>
              <a:srgbClr val="4A6FC0"/>
            </a:solidFill>
            <a:ln>
              <a:noFill/>
            </a:ln>
          </p:spPr>
        </p:sp>
        <p:sp>
          <p:nvSpPr>
            <p:cNvPr id="11" name="footer-logo-x reflection band 6"/>
            <p:cNvSpPr/>
            <p:nvPr/>
          </p:nvSpPr>
          <p:spPr>
            <a:xfrm>
              <a:off x="438150" y="285750"/>
              <a:ext cx="203200" cy="12700"/>
            </a:xfrm>
            <a:custGeom>
              <a:avLst/>
              <a:gdLst/>
              <a:ahLst/>
              <a:cxnLst/>
              <a:rect l="0" t="0" r="r" b="b"/>
              <a:pathLst>
                <a:path w="3200" h="200">
                  <a:moveTo>
                    <a:pt x="1219" y="190"/>
                  </a:moveTo>
                  <a:lnTo>
                    <a:pt x="1315" y="47"/>
                  </a:lnTo>
                  <a:lnTo>
                    <a:pt x="1858" y="47"/>
                  </a:lnTo>
                  <a:lnTo>
                    <a:pt x="1953" y="190"/>
                  </a:lnTo>
                  <a:lnTo>
                    <a:pt x="3151" y="190"/>
                  </a:lnTo>
                  <a:lnTo>
                    <a:pt x="3055" y="47"/>
                  </a:lnTo>
                  <a:lnTo>
                    <a:pt x="117" y="47"/>
                  </a:lnTo>
                  <a:lnTo>
                    <a:pt x="22" y="190"/>
                  </a:lnTo>
                  <a:lnTo>
                    <a:pt x="1219" y="190"/>
                  </a:lnTo>
                  <a:close/>
                </a:path>
              </a:pathLst>
            </a:custGeom>
            <a:solidFill>
              <a:srgbClr val="4A6FC0"/>
            </a:solidFill>
            <a:ln>
              <a:noFill/>
            </a:ln>
          </p:spPr>
        </p:sp>
        <p:sp>
          <p:nvSpPr>
            <p:cNvPr id="12" name="footer-logo-x reflection band 7"/>
            <p:cNvSpPr/>
            <p:nvPr/>
          </p:nvSpPr>
          <p:spPr>
            <a:xfrm>
              <a:off x="381000" y="304800"/>
              <a:ext cx="228600" cy="12700"/>
            </a:xfrm>
            <a:custGeom>
              <a:avLst/>
              <a:gdLst/>
              <a:ahLst/>
              <a:cxnLst/>
              <a:rect l="0" t="0" r="r" b="b"/>
              <a:pathLst>
                <a:path w="3600" h="200">
                  <a:moveTo>
                    <a:pt x="1257" y="149"/>
                  </a:moveTo>
                  <a:lnTo>
                    <a:pt x="1352" y="7"/>
                  </a:lnTo>
                  <a:lnTo>
                    <a:pt x="2243" y="7"/>
                  </a:lnTo>
                  <a:lnTo>
                    <a:pt x="2339" y="149"/>
                  </a:lnTo>
                  <a:lnTo>
                    <a:pt x="3536" y="149"/>
                  </a:lnTo>
                  <a:lnTo>
                    <a:pt x="3441" y="7"/>
                  </a:lnTo>
                  <a:lnTo>
                    <a:pt x="155" y="7"/>
                  </a:lnTo>
                  <a:lnTo>
                    <a:pt x="59" y="149"/>
                  </a:lnTo>
                  <a:lnTo>
                    <a:pt x="1257" y="149"/>
                  </a:lnTo>
                  <a:close/>
                </a:path>
              </a:pathLst>
            </a:custGeom>
            <a:solidFill>
              <a:srgbClr val="3A5288"/>
            </a:solidFill>
            <a:ln>
              <a:noFill/>
            </a:ln>
          </p:spPr>
        </p:sp>
        <p:sp>
          <p:nvSpPr>
            <p:cNvPr id="13" name="footer-logo-l"/>
            <p:cNvSpPr/>
            <p:nvPr/>
          </p:nvSpPr>
          <p:spPr>
            <a:xfrm>
              <a:off x="660400" y="0"/>
              <a:ext cx="69850" cy="209550"/>
            </a:xfrm>
            <a:custGeom>
              <a:avLst/>
              <a:gdLst/>
              <a:ahLst/>
              <a:cxnLst/>
              <a:rect l="0" t="0" r="r" b="b"/>
              <a:pathLst>
                <a:path w="1100" h="3300">
                  <a:moveTo>
                    <a:pt x="56" y="17"/>
                  </a:moveTo>
                  <a:lnTo>
                    <a:pt x="1051" y="17"/>
                  </a:lnTo>
                  <a:lnTo>
                    <a:pt x="1051" y="3249"/>
                  </a:lnTo>
                  <a:lnTo>
                    <a:pt x="56" y="3249"/>
                  </a:lnTo>
                  <a:lnTo>
                    <a:pt x="56" y="17"/>
                  </a:lnTo>
                  <a:close/>
                </a:path>
              </a:pathLst>
            </a:custGeom>
            <a:solidFill>
              <a:srgbClr val="FFFFFF"/>
            </a:solidFill>
            <a:ln>
              <a:noFill/>
            </a:ln>
          </p:spPr>
        </p:sp>
        <p:sp>
          <p:nvSpPr>
            <p:cNvPr id="14" name="footer-logo-l reflection band 1"/>
            <p:cNvSpPr/>
            <p:nvPr/>
          </p:nvSpPr>
          <p:spPr>
            <a:xfrm>
              <a:off x="660400" y="203200"/>
              <a:ext cx="69850" cy="12700"/>
            </a:xfrm>
            <a:custGeom>
              <a:avLst/>
              <a:gdLst/>
              <a:ahLst/>
              <a:cxnLst/>
              <a:rect l="0" t="0" r="r" b="b"/>
              <a:pathLst>
                <a:path w="1100" h="200">
                  <a:moveTo>
                    <a:pt x="56" y="49"/>
                  </a:moveTo>
                  <a:lnTo>
                    <a:pt x="1051" y="49"/>
                  </a:lnTo>
                  <a:lnTo>
                    <a:pt x="1051" y="192"/>
                  </a:lnTo>
                  <a:lnTo>
                    <a:pt x="56" y="192"/>
                  </a:lnTo>
                  <a:lnTo>
                    <a:pt x="56" y="49"/>
                  </a:lnTo>
                  <a:close/>
                </a:path>
              </a:pathLst>
            </a:custGeom>
            <a:solidFill>
              <a:srgbClr val="6A9AFF"/>
            </a:solidFill>
            <a:ln>
              <a:noFill/>
            </a:ln>
          </p:spPr>
        </p:sp>
        <p:sp>
          <p:nvSpPr>
            <p:cNvPr id="15" name="footer-logo-l reflection band 2"/>
            <p:cNvSpPr/>
            <p:nvPr/>
          </p:nvSpPr>
          <p:spPr>
            <a:xfrm>
              <a:off x="679450" y="222250"/>
              <a:ext cx="69850" cy="12700"/>
            </a:xfrm>
            <a:custGeom>
              <a:avLst/>
              <a:gdLst/>
              <a:ahLst/>
              <a:cxnLst/>
              <a:rect l="0" t="0" r="r" b="b"/>
              <a:pathLst>
                <a:path w="1100" h="200">
                  <a:moveTo>
                    <a:pt x="1057" y="9"/>
                  </a:moveTo>
                  <a:lnTo>
                    <a:pt x="1057" y="152"/>
                  </a:lnTo>
                  <a:lnTo>
                    <a:pt x="62" y="152"/>
                  </a:lnTo>
                  <a:lnTo>
                    <a:pt x="62" y="9"/>
                  </a:lnTo>
                  <a:lnTo>
                    <a:pt x="1057" y="9"/>
                  </a:lnTo>
                  <a:close/>
                </a:path>
              </a:pathLst>
            </a:custGeom>
            <a:solidFill>
              <a:srgbClr val="6A9AFF"/>
            </a:solidFill>
            <a:ln>
              <a:noFill/>
            </a:ln>
          </p:spPr>
        </p:sp>
        <p:sp>
          <p:nvSpPr>
            <p:cNvPr id="16" name="footer-logo-l reflection band 3"/>
            <p:cNvSpPr/>
            <p:nvPr/>
          </p:nvSpPr>
          <p:spPr>
            <a:xfrm>
              <a:off x="641350" y="234950"/>
              <a:ext cx="69850" cy="19050"/>
            </a:xfrm>
            <a:custGeom>
              <a:avLst/>
              <a:gdLst/>
              <a:ahLst/>
              <a:cxnLst/>
              <a:rect l="0" t="0" r="r" b="b"/>
              <a:pathLst>
                <a:path w="1100" h="300">
                  <a:moveTo>
                    <a:pt x="1083" y="68"/>
                  </a:moveTo>
                  <a:lnTo>
                    <a:pt x="1083" y="211"/>
                  </a:lnTo>
                  <a:lnTo>
                    <a:pt x="88" y="211"/>
                  </a:lnTo>
                  <a:lnTo>
                    <a:pt x="88" y="68"/>
                  </a:lnTo>
                  <a:lnTo>
                    <a:pt x="1083" y="68"/>
                  </a:lnTo>
                  <a:close/>
                </a:path>
              </a:pathLst>
            </a:custGeom>
            <a:solidFill>
              <a:srgbClr val="5B87E6"/>
            </a:solidFill>
            <a:ln>
              <a:noFill/>
            </a:ln>
          </p:spPr>
        </p:sp>
        <p:sp>
          <p:nvSpPr>
            <p:cNvPr id="17" name="footer-logo-l reflection band 4"/>
            <p:cNvSpPr/>
            <p:nvPr/>
          </p:nvSpPr>
          <p:spPr>
            <a:xfrm>
              <a:off x="685800" y="254000"/>
              <a:ext cx="69850" cy="12700"/>
            </a:xfrm>
            <a:custGeom>
              <a:avLst/>
              <a:gdLst/>
              <a:ahLst/>
              <a:cxnLst/>
              <a:rect l="0" t="0" r="r" b="b"/>
              <a:pathLst>
                <a:path w="1100" h="200">
                  <a:moveTo>
                    <a:pt x="1071" y="28"/>
                  </a:moveTo>
                  <a:lnTo>
                    <a:pt x="1071" y="171"/>
                  </a:lnTo>
                  <a:lnTo>
                    <a:pt x="77" y="171"/>
                  </a:lnTo>
                  <a:lnTo>
                    <a:pt x="77" y="28"/>
                  </a:lnTo>
                  <a:lnTo>
                    <a:pt x="1071" y="28"/>
                  </a:lnTo>
                  <a:close/>
                </a:path>
              </a:pathLst>
            </a:custGeom>
            <a:solidFill>
              <a:srgbClr val="5B87E6"/>
            </a:solidFill>
            <a:ln>
              <a:noFill/>
            </a:ln>
          </p:spPr>
        </p:sp>
        <p:sp>
          <p:nvSpPr>
            <p:cNvPr id="18" name="footer-logo-l reflection band 5"/>
            <p:cNvSpPr/>
            <p:nvPr/>
          </p:nvSpPr>
          <p:spPr>
            <a:xfrm>
              <a:off x="641350" y="266700"/>
              <a:ext cx="69850" cy="19050"/>
            </a:xfrm>
            <a:custGeom>
              <a:avLst/>
              <a:gdLst/>
              <a:ahLst/>
              <a:cxnLst/>
              <a:rect l="0" t="0" r="r" b="b"/>
              <a:pathLst>
                <a:path w="1100" h="300">
                  <a:moveTo>
                    <a:pt x="1006" y="88"/>
                  </a:moveTo>
                  <a:lnTo>
                    <a:pt x="1006" y="230"/>
                  </a:lnTo>
                  <a:lnTo>
                    <a:pt x="12" y="230"/>
                  </a:lnTo>
                  <a:lnTo>
                    <a:pt x="12" y="88"/>
                  </a:lnTo>
                  <a:lnTo>
                    <a:pt x="1006" y="88"/>
                  </a:lnTo>
                  <a:close/>
                </a:path>
              </a:pathLst>
            </a:custGeom>
            <a:solidFill>
              <a:srgbClr val="4A6FC0"/>
            </a:solidFill>
            <a:ln>
              <a:noFill/>
            </a:ln>
          </p:spPr>
        </p:sp>
        <p:sp>
          <p:nvSpPr>
            <p:cNvPr id="19" name="footer-logo-l reflection band 6"/>
            <p:cNvSpPr/>
            <p:nvPr/>
          </p:nvSpPr>
          <p:spPr>
            <a:xfrm>
              <a:off x="692150" y="285750"/>
              <a:ext cx="69850" cy="12700"/>
            </a:xfrm>
            <a:custGeom>
              <a:avLst/>
              <a:gdLst/>
              <a:ahLst/>
              <a:cxnLst/>
              <a:rect l="0" t="0" r="r" b="b"/>
              <a:pathLst>
                <a:path w="1100" h="200">
                  <a:moveTo>
                    <a:pt x="1048" y="47"/>
                  </a:moveTo>
                  <a:lnTo>
                    <a:pt x="1048" y="190"/>
                  </a:lnTo>
                  <a:lnTo>
                    <a:pt x="53" y="190"/>
                  </a:lnTo>
                  <a:lnTo>
                    <a:pt x="53" y="47"/>
                  </a:lnTo>
                  <a:lnTo>
                    <a:pt x="1048" y="47"/>
                  </a:lnTo>
                  <a:close/>
                </a:path>
              </a:pathLst>
            </a:custGeom>
            <a:solidFill>
              <a:srgbClr val="4A6FC0"/>
            </a:solidFill>
            <a:ln>
              <a:noFill/>
            </a:ln>
          </p:spPr>
        </p:sp>
        <p:sp>
          <p:nvSpPr>
            <p:cNvPr id="20" name="footer-logo-l reflection band 7"/>
            <p:cNvSpPr/>
            <p:nvPr/>
          </p:nvSpPr>
          <p:spPr>
            <a:xfrm>
              <a:off x="647700" y="304800"/>
              <a:ext cx="69850" cy="12700"/>
            </a:xfrm>
            <a:custGeom>
              <a:avLst/>
              <a:gdLst/>
              <a:ahLst/>
              <a:cxnLst/>
              <a:rect l="0" t="0" r="r" b="b"/>
              <a:pathLst>
                <a:path w="1100" h="200">
                  <a:moveTo>
                    <a:pt x="1059" y="7"/>
                  </a:moveTo>
                  <a:lnTo>
                    <a:pt x="1059" y="149"/>
                  </a:lnTo>
                  <a:lnTo>
                    <a:pt x="65" y="149"/>
                  </a:lnTo>
                  <a:lnTo>
                    <a:pt x="65" y="7"/>
                  </a:lnTo>
                  <a:lnTo>
                    <a:pt x="1059" y="7"/>
                  </a:lnTo>
                  <a:close/>
                </a:path>
              </a:pathLst>
            </a:custGeom>
            <a:solidFill>
              <a:srgbClr val="3A5288"/>
            </a:solidFill>
            <a:ln>
              <a:noFill/>
            </a:ln>
          </p:spPr>
        </p:sp>
      </p:grpSp>
      <p:sp>
        <p:nvSpPr>
          <p:cNvPr id="22" name="page-num"/>
          <p:cNvSpPr txBox="1"/>
          <p:nvPr/>
        </p:nvSpPr>
        <p:spPr>
          <a:xfrm>
            <a:off x="10604500" y="6206744"/>
            <a:ext cx="781050" cy="194056"/>
          </a:xfrm>
          <a:prstGeom prst="rect">
            <a:avLst/>
          </a:prstGeom>
          <a:noFill/>
        </p:spPr>
        <p:txBody>
          <a:bodyPr wrap="square" lIns="0" tIns="0" rIns="0" bIns="0" rtlCol="0" anchor="t">
            <a:noAutofit/>
          </a:bodyPr>
          <a:lstStyle/>
          <a:p>
            <a:pPr algn="l">
              <a:lnSpc>
                <a:spcPts val="1734"/>
              </a:lnSpc>
              <a:buNone/>
            </a:pPr>
            <a:r>
              <a:rPr lang="en-US" sz="1200" dirty="0">
                <a:solidFill>
                  <a:srgbClr val="AEB7CA"/>
                </a:solidFill>
                <a:latin typeface="JetBrains Mono"/>
                <a:ea typeface="JetBrains Mono"/>
                <a:cs typeface="JetBrains Mono"/>
              </a:rPr>
              <a:t>4 / 12</a:t>
            </a:r>
            <a:endParaRPr lang="en-US" sz="1200" dirty="0"/>
          </a:p>
        </p:txBody>
      </p:sp>
      <p:sp>
        <p:nvSpPr>
          <p:cNvPr id="23" name="kicker"/>
          <p:cNvSpPr txBox="1"/>
          <p:nvPr/>
        </p:nvSpPr>
        <p:spPr>
          <a:xfrm>
            <a:off x="889000" y="559994"/>
            <a:ext cx="4270375" cy="240106"/>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SAME ENGINE, VERY DIFFERENT JOBS</a:t>
            </a:r>
            <a:endParaRPr lang="en-US" sz="1400" dirty="0"/>
          </a:p>
        </p:txBody>
      </p:sp>
      <p:sp>
        <p:nvSpPr>
          <p:cNvPr id="24" name="headline"/>
          <p:cNvSpPr>
            <a:spLocks noGrp="1"/>
          </p:cNvSpPr>
          <p:nvPr>
            <p:ph type="title"/>
          </p:nvPr>
        </p:nvSpPr>
        <p:spPr>
          <a:xfrm>
            <a:off x="889000" y="1316078"/>
            <a:ext cx="6913562" cy="550822"/>
          </a:xfrm>
          <a:prstGeom prst="rect">
            <a:avLst/>
          </a:prstGeom>
          <a:noFill/>
        </p:spPr>
        <p:txBody>
          <a:bodyPr wrap="square" lIns="0" tIns="0" rIns="0" bIns="0" rtlCol="0" anchor="t">
            <a:noAutofit/>
          </a:bodyPr>
          <a:lstStyle/>
          <a:p>
            <a:pPr algn="l">
              <a:lnSpc>
                <a:spcPts val="4324"/>
              </a:lnSpc>
              <a:spcBef>
                <a:spcPts val="0"/>
              </a:spcBef>
              <a:spcAft>
                <a:spcPts val="0"/>
              </a:spcAft>
              <a:buNone/>
            </a:pPr>
            <a:r>
              <a:rPr lang="en-US" sz="4700" b="1" dirty="0">
                <a:solidFill>
                  <a:srgbClr val="FFFFFF"/>
                </a:solidFill>
                <a:latin typeface="Inter Tight"/>
                <a:ea typeface="Inter Tight"/>
                <a:cs typeface="Inter Tight"/>
              </a:rPr>
              <a:t>From print to </a:t>
            </a:r>
            <a:r>
              <a:rPr lang="en-US" sz="4700" b="1" dirty="0">
                <a:solidFill>
                  <a:srgbClr val="6A9AFF"/>
                </a:solidFill>
                <a:latin typeface="Inter Tight"/>
                <a:ea typeface="Inter Tight"/>
                <a:cs typeface="Inter Tight"/>
              </a:rPr>
              <a:t>pixels.</a:t>
            </a:r>
            <a:endParaRPr lang="en-US" sz="4700" dirty="0"/>
          </a:p>
        </p:txBody>
      </p:sp>
      <p:sp>
        <p:nvSpPr>
          <p:cNvPr id="25" name="gallery-0-base"/>
          <p:cNvSpPr/>
          <p:nvPr/>
        </p:nvSpPr>
        <p:spPr>
          <a:xfrm>
            <a:off x="889000" y="2381250"/>
            <a:ext cx="3352800" cy="1574800"/>
          </a:xfrm>
          <a:prstGeom prst="roundRect">
            <a:avLst>
              <a:gd name="adj" fmla="val 7258"/>
            </a:avLst>
          </a:prstGeom>
          <a:solidFill>
            <a:srgbClr val="2F3647"/>
          </a:solidFill>
          <a:ln>
            <a:noFill/>
          </a:ln>
        </p:spPr>
      </p:sp>
      <p:pic>
        <p:nvPicPr>
          <p:cNvPr id="26" name="gallery-0" descr="gallery-0"/>
          <p:cNvPicPr>
            <a:picLocks noChangeAspect="1"/>
          </p:cNvPicPr>
          <p:nvPr/>
        </p:nvPicPr>
        <p:blipFill>
          <a:blip r:embed="rId3"/>
          <a:stretch>
            <a:fillRect/>
          </a:stretch>
        </p:blipFill>
        <p:spPr>
          <a:xfrm>
            <a:off x="889000" y="2381250"/>
            <a:ext cx="3352800" cy="1574800"/>
          </a:xfrm>
          <a:prstGeom prst="rect">
            <a:avLst/>
          </a:prstGeom>
        </p:spPr>
      </p:pic>
      <p:grpSp>
        <p:nvGrpSpPr>
          <p:cNvPr id="29" name="gallery-label-0"/>
          <p:cNvGrpSpPr/>
          <p:nvPr/>
        </p:nvGrpSpPr>
        <p:grpSpPr>
          <a:xfrm>
            <a:off x="977900" y="3549650"/>
            <a:ext cx="1079500" cy="266700"/>
            <a:chOff x="0" y="0"/>
            <a:chExt cx="1079500" cy="266700"/>
          </a:xfrm>
        </p:grpSpPr>
        <p:sp>
          <p:nvSpPr>
            <p:cNvPr id="27" name="gallery-label-0-bg"/>
            <p:cNvSpPr/>
            <p:nvPr/>
          </p:nvSpPr>
          <p:spPr>
            <a:xfrm>
              <a:off x="0" y="0"/>
              <a:ext cx="1079500" cy="266700"/>
            </a:xfrm>
            <a:prstGeom prst="roundRect">
              <a:avLst>
                <a:gd name="adj" fmla="val 50000"/>
              </a:avLst>
            </a:prstGeom>
            <a:solidFill>
              <a:srgbClr val="2F3647"/>
            </a:solidFill>
            <a:ln>
              <a:noFill/>
            </a:ln>
          </p:spPr>
        </p:sp>
        <p:sp>
          <p:nvSpPr>
            <p:cNvPr id="28" name="gallery-label-0-label"/>
            <p:cNvSpPr txBox="1"/>
            <p:nvPr/>
          </p:nvSpPr>
          <p:spPr>
            <a:xfrm>
              <a:off x="88900" y="5311"/>
              <a:ext cx="1139825" cy="229639"/>
            </a:xfrm>
            <a:prstGeom prst="rect">
              <a:avLst/>
            </a:prstGeom>
            <a:noFill/>
          </p:spPr>
          <p:txBody>
            <a:bodyPr wrap="square" lIns="0" tIns="0" rIns="0" bIns="0" rtlCol="0" anchor="t">
              <a:noAutofit/>
            </a:bodyPr>
            <a:lstStyle/>
            <a:p>
              <a:pPr algn="l">
                <a:lnSpc>
                  <a:spcPts val="1812"/>
                </a:lnSpc>
                <a:buNone/>
              </a:pPr>
              <a:r>
                <a:rPr lang="en-US" sz="1250" b="1" dirty="0">
                  <a:solidFill>
                    <a:srgbClr val="FFFFFF"/>
                  </a:solidFill>
                  <a:latin typeface="Inter"/>
                  <a:ea typeface="Inter"/>
                  <a:cs typeface="Inter"/>
                </a:rPr>
                <a:t>Print poster</a:t>
              </a:r>
              <a:endParaRPr lang="en-US" sz="1250" dirty="0"/>
            </a:p>
          </p:txBody>
        </p:sp>
      </p:grpSp>
      <p:sp>
        <p:nvSpPr>
          <p:cNvPr id="30" name="gallery-1-base"/>
          <p:cNvSpPr/>
          <p:nvPr/>
        </p:nvSpPr>
        <p:spPr>
          <a:xfrm>
            <a:off x="4419600" y="2381250"/>
            <a:ext cx="3352800" cy="1574800"/>
          </a:xfrm>
          <a:prstGeom prst="roundRect">
            <a:avLst>
              <a:gd name="adj" fmla="val 7258"/>
            </a:avLst>
          </a:prstGeom>
          <a:solidFill>
            <a:srgbClr val="2F3647"/>
          </a:solidFill>
          <a:ln>
            <a:noFill/>
          </a:ln>
        </p:spPr>
      </p:sp>
      <p:pic>
        <p:nvPicPr>
          <p:cNvPr id="31" name="gallery-1" descr="gallery-1"/>
          <p:cNvPicPr>
            <a:picLocks noChangeAspect="1"/>
          </p:cNvPicPr>
          <p:nvPr/>
        </p:nvPicPr>
        <p:blipFill>
          <a:blip r:embed="rId4"/>
          <a:stretch>
            <a:fillRect/>
          </a:stretch>
        </p:blipFill>
        <p:spPr>
          <a:xfrm>
            <a:off x="4419600" y="2381250"/>
            <a:ext cx="3352800" cy="1574800"/>
          </a:xfrm>
          <a:prstGeom prst="rect">
            <a:avLst/>
          </a:prstGeom>
        </p:spPr>
      </p:pic>
      <p:grpSp>
        <p:nvGrpSpPr>
          <p:cNvPr id="34" name="gallery-label-1"/>
          <p:cNvGrpSpPr/>
          <p:nvPr/>
        </p:nvGrpSpPr>
        <p:grpSpPr>
          <a:xfrm>
            <a:off x="4508500" y="3549650"/>
            <a:ext cx="1682750" cy="266700"/>
            <a:chOff x="0" y="0"/>
            <a:chExt cx="1682750" cy="266700"/>
          </a:xfrm>
        </p:grpSpPr>
        <p:sp>
          <p:nvSpPr>
            <p:cNvPr id="32" name="gallery-label-1-bg"/>
            <p:cNvSpPr/>
            <p:nvPr/>
          </p:nvSpPr>
          <p:spPr>
            <a:xfrm>
              <a:off x="0" y="0"/>
              <a:ext cx="1682750" cy="266700"/>
            </a:xfrm>
            <a:prstGeom prst="roundRect">
              <a:avLst>
                <a:gd name="adj" fmla="val 50000"/>
              </a:avLst>
            </a:prstGeom>
            <a:solidFill>
              <a:srgbClr val="2F3647"/>
            </a:solidFill>
            <a:ln>
              <a:noFill/>
            </a:ln>
          </p:spPr>
        </p:sp>
        <p:sp>
          <p:nvSpPr>
            <p:cNvPr id="33" name="gallery-label-1-label"/>
            <p:cNvSpPr txBox="1"/>
            <p:nvPr/>
          </p:nvSpPr>
          <p:spPr>
            <a:xfrm>
              <a:off x="88900" y="5311"/>
              <a:ext cx="1881188" cy="229639"/>
            </a:xfrm>
            <a:prstGeom prst="rect">
              <a:avLst/>
            </a:prstGeom>
            <a:noFill/>
          </p:spPr>
          <p:txBody>
            <a:bodyPr wrap="square" lIns="0" tIns="0" rIns="0" bIns="0" rtlCol="0" anchor="t">
              <a:noAutofit/>
            </a:bodyPr>
            <a:lstStyle/>
            <a:p>
              <a:pPr algn="l">
                <a:lnSpc>
                  <a:spcPts val="1812"/>
                </a:lnSpc>
                <a:buNone/>
              </a:pPr>
              <a:r>
                <a:rPr lang="en-US" sz="1250" b="1" dirty="0">
                  <a:solidFill>
                    <a:srgbClr val="FFFFFF"/>
                  </a:solidFill>
                  <a:latin typeface="Inter"/>
                  <a:ea typeface="Inter"/>
                  <a:cs typeface="Inter"/>
                </a:rPr>
                <a:t>Generative painting</a:t>
              </a:r>
              <a:endParaRPr lang="en-US" sz="1250" dirty="0"/>
            </a:p>
          </p:txBody>
        </p:sp>
      </p:grpSp>
      <p:sp>
        <p:nvSpPr>
          <p:cNvPr id="35" name="gallery-2-base"/>
          <p:cNvSpPr/>
          <p:nvPr/>
        </p:nvSpPr>
        <p:spPr>
          <a:xfrm>
            <a:off x="7950200" y="2381250"/>
            <a:ext cx="3352800" cy="1574800"/>
          </a:xfrm>
          <a:prstGeom prst="roundRect">
            <a:avLst>
              <a:gd name="adj" fmla="val 7258"/>
            </a:avLst>
          </a:prstGeom>
          <a:solidFill>
            <a:srgbClr val="2F3647"/>
          </a:solidFill>
          <a:ln>
            <a:noFill/>
          </a:ln>
        </p:spPr>
      </p:sp>
      <p:pic>
        <p:nvPicPr>
          <p:cNvPr id="36" name="gallery-2" descr="gallery-2"/>
          <p:cNvPicPr>
            <a:picLocks noChangeAspect="1"/>
          </p:cNvPicPr>
          <p:nvPr/>
        </p:nvPicPr>
        <p:blipFill>
          <a:blip r:embed="rId5"/>
          <a:stretch>
            <a:fillRect/>
          </a:stretch>
        </p:blipFill>
        <p:spPr>
          <a:xfrm>
            <a:off x="7950200" y="2381250"/>
            <a:ext cx="3352800" cy="1574800"/>
          </a:xfrm>
          <a:prstGeom prst="rect">
            <a:avLst/>
          </a:prstGeom>
        </p:spPr>
      </p:pic>
      <p:grpSp>
        <p:nvGrpSpPr>
          <p:cNvPr id="39" name="gallery-label-2"/>
          <p:cNvGrpSpPr/>
          <p:nvPr/>
        </p:nvGrpSpPr>
        <p:grpSpPr>
          <a:xfrm>
            <a:off x="8039100" y="3549650"/>
            <a:ext cx="1301750" cy="266700"/>
            <a:chOff x="0" y="0"/>
            <a:chExt cx="1301750" cy="266700"/>
          </a:xfrm>
        </p:grpSpPr>
        <p:sp>
          <p:nvSpPr>
            <p:cNvPr id="37" name="gallery-label-2-bg"/>
            <p:cNvSpPr/>
            <p:nvPr/>
          </p:nvSpPr>
          <p:spPr>
            <a:xfrm>
              <a:off x="0" y="0"/>
              <a:ext cx="1301750" cy="266700"/>
            </a:xfrm>
            <a:prstGeom prst="roundRect">
              <a:avLst>
                <a:gd name="adj" fmla="val 50000"/>
              </a:avLst>
            </a:prstGeom>
            <a:solidFill>
              <a:srgbClr val="2F3647"/>
            </a:solidFill>
            <a:ln>
              <a:noFill/>
            </a:ln>
          </p:spPr>
        </p:sp>
        <p:sp>
          <p:nvSpPr>
            <p:cNvPr id="38" name="gallery-label-2-label"/>
            <p:cNvSpPr txBox="1"/>
            <p:nvPr/>
          </p:nvSpPr>
          <p:spPr>
            <a:xfrm>
              <a:off x="88900" y="5311"/>
              <a:ext cx="1404938" cy="229639"/>
            </a:xfrm>
            <a:prstGeom prst="rect">
              <a:avLst/>
            </a:prstGeom>
            <a:noFill/>
          </p:spPr>
          <p:txBody>
            <a:bodyPr wrap="square" lIns="0" tIns="0" rIns="0" bIns="0" rtlCol="0" anchor="t">
              <a:noAutofit/>
            </a:bodyPr>
            <a:lstStyle/>
            <a:p>
              <a:pPr algn="l">
                <a:lnSpc>
                  <a:spcPts val="1812"/>
                </a:lnSpc>
                <a:buNone/>
              </a:pPr>
              <a:r>
                <a:rPr lang="en-US" sz="1250" b="1" dirty="0">
                  <a:solidFill>
                    <a:srgbClr val="FFFFFF"/>
                  </a:solidFill>
                  <a:latin typeface="Inter"/>
                  <a:ea typeface="Inter"/>
                  <a:cs typeface="Inter"/>
                </a:rPr>
                <a:t>Pixel-art game</a:t>
              </a:r>
              <a:endParaRPr lang="en-US" sz="1250" dirty="0"/>
            </a:p>
          </p:txBody>
        </p:sp>
      </p:grpSp>
      <p:sp>
        <p:nvSpPr>
          <p:cNvPr id="40" name="gallery-3-base"/>
          <p:cNvSpPr/>
          <p:nvPr/>
        </p:nvSpPr>
        <p:spPr>
          <a:xfrm>
            <a:off x="889000" y="4133850"/>
            <a:ext cx="3352800" cy="1574800"/>
          </a:xfrm>
          <a:prstGeom prst="roundRect">
            <a:avLst>
              <a:gd name="adj" fmla="val 7258"/>
            </a:avLst>
          </a:prstGeom>
          <a:solidFill>
            <a:srgbClr val="2F3647"/>
          </a:solidFill>
          <a:ln>
            <a:noFill/>
          </a:ln>
        </p:spPr>
      </p:sp>
      <p:pic>
        <p:nvPicPr>
          <p:cNvPr id="41" name="gallery-3" descr="gallery-3"/>
          <p:cNvPicPr>
            <a:picLocks noChangeAspect="1"/>
          </p:cNvPicPr>
          <p:nvPr/>
        </p:nvPicPr>
        <p:blipFill>
          <a:blip r:embed="rId6"/>
          <a:stretch>
            <a:fillRect/>
          </a:stretch>
        </p:blipFill>
        <p:spPr>
          <a:xfrm>
            <a:off x="889000" y="4133850"/>
            <a:ext cx="3352800" cy="1574800"/>
          </a:xfrm>
          <a:prstGeom prst="rect">
            <a:avLst/>
          </a:prstGeom>
        </p:spPr>
      </p:pic>
      <p:grpSp>
        <p:nvGrpSpPr>
          <p:cNvPr id="44" name="gallery-label-3"/>
          <p:cNvGrpSpPr/>
          <p:nvPr/>
        </p:nvGrpSpPr>
        <p:grpSpPr>
          <a:xfrm>
            <a:off x="977900" y="5302250"/>
            <a:ext cx="1625600" cy="266700"/>
            <a:chOff x="0" y="0"/>
            <a:chExt cx="1625600" cy="266700"/>
          </a:xfrm>
        </p:grpSpPr>
        <p:sp>
          <p:nvSpPr>
            <p:cNvPr id="42" name="gallery-label-3-bg"/>
            <p:cNvSpPr/>
            <p:nvPr/>
          </p:nvSpPr>
          <p:spPr>
            <a:xfrm>
              <a:off x="0" y="0"/>
              <a:ext cx="1625600" cy="266700"/>
            </a:xfrm>
            <a:prstGeom prst="roundRect">
              <a:avLst>
                <a:gd name="adj" fmla="val 50000"/>
              </a:avLst>
            </a:prstGeom>
            <a:solidFill>
              <a:srgbClr val="2F3647"/>
            </a:solidFill>
            <a:ln>
              <a:noFill/>
            </a:ln>
          </p:spPr>
        </p:sp>
        <p:sp>
          <p:nvSpPr>
            <p:cNvPr id="43" name="gallery-label-3-label"/>
            <p:cNvSpPr txBox="1"/>
            <p:nvPr/>
          </p:nvSpPr>
          <p:spPr>
            <a:xfrm>
              <a:off x="88900" y="-192"/>
              <a:ext cx="1809750" cy="197042"/>
            </a:xfrm>
            <a:prstGeom prst="rect">
              <a:avLst/>
            </a:prstGeom>
            <a:noFill/>
          </p:spPr>
          <p:txBody>
            <a:bodyPr wrap="square" lIns="0" tIns="0" rIns="0" bIns="0" rtlCol="0" anchor="t">
              <a:noAutofit/>
            </a:bodyPr>
            <a:lstStyle/>
            <a:p>
              <a:pPr algn="l">
                <a:lnSpc>
                  <a:spcPts val="1812"/>
                </a:lnSpc>
                <a:buNone/>
              </a:pPr>
              <a:r>
                <a:rPr lang="en-US" sz="1250" b="1" dirty="0">
                  <a:solidFill>
                    <a:srgbClr val="FFFFFF"/>
                  </a:solidFill>
                  <a:latin typeface="Inter"/>
                  <a:ea typeface="Inter"/>
                  <a:cs typeface="Inter"/>
                </a:rPr>
                <a:t>Data-bound charts</a:t>
              </a:r>
              <a:endParaRPr lang="en-US" sz="1250" dirty="0"/>
            </a:p>
          </p:txBody>
        </p:sp>
      </p:grpSp>
      <p:sp>
        <p:nvSpPr>
          <p:cNvPr id="45" name="gallery-4-base"/>
          <p:cNvSpPr/>
          <p:nvPr/>
        </p:nvSpPr>
        <p:spPr>
          <a:xfrm>
            <a:off x="4419600" y="4133850"/>
            <a:ext cx="3352800" cy="1574800"/>
          </a:xfrm>
          <a:prstGeom prst="roundRect">
            <a:avLst>
              <a:gd name="adj" fmla="val 7258"/>
            </a:avLst>
          </a:prstGeom>
          <a:solidFill>
            <a:srgbClr val="2F3647"/>
          </a:solidFill>
          <a:ln>
            <a:noFill/>
          </a:ln>
        </p:spPr>
      </p:sp>
      <p:pic>
        <p:nvPicPr>
          <p:cNvPr id="46" name="gallery-4" descr="gallery-4"/>
          <p:cNvPicPr>
            <a:picLocks noChangeAspect="1"/>
          </p:cNvPicPr>
          <p:nvPr/>
        </p:nvPicPr>
        <p:blipFill>
          <a:blip r:embed="rId7"/>
          <a:stretch>
            <a:fillRect/>
          </a:stretch>
        </p:blipFill>
        <p:spPr>
          <a:xfrm>
            <a:off x="4419600" y="4133850"/>
            <a:ext cx="3352800" cy="1574800"/>
          </a:xfrm>
          <a:prstGeom prst="rect">
            <a:avLst/>
          </a:prstGeom>
        </p:spPr>
      </p:pic>
      <p:grpSp>
        <p:nvGrpSpPr>
          <p:cNvPr id="49" name="gallery-label-4"/>
          <p:cNvGrpSpPr/>
          <p:nvPr/>
        </p:nvGrpSpPr>
        <p:grpSpPr>
          <a:xfrm>
            <a:off x="4508500" y="5302250"/>
            <a:ext cx="1739900" cy="266700"/>
            <a:chOff x="0" y="0"/>
            <a:chExt cx="1739900" cy="266700"/>
          </a:xfrm>
        </p:grpSpPr>
        <p:sp>
          <p:nvSpPr>
            <p:cNvPr id="47" name="gallery-label-4-bg"/>
            <p:cNvSpPr/>
            <p:nvPr/>
          </p:nvSpPr>
          <p:spPr>
            <a:xfrm>
              <a:off x="0" y="0"/>
              <a:ext cx="1739900" cy="266700"/>
            </a:xfrm>
            <a:prstGeom prst="roundRect">
              <a:avLst>
                <a:gd name="adj" fmla="val 50000"/>
              </a:avLst>
            </a:prstGeom>
            <a:solidFill>
              <a:srgbClr val="2F3647"/>
            </a:solidFill>
            <a:ln>
              <a:noFill/>
            </a:ln>
          </p:spPr>
        </p:sp>
        <p:sp>
          <p:nvSpPr>
            <p:cNvPr id="48" name="gallery-label-4-label"/>
            <p:cNvSpPr txBox="1"/>
            <p:nvPr/>
          </p:nvSpPr>
          <p:spPr>
            <a:xfrm>
              <a:off x="88900" y="5311"/>
              <a:ext cx="1952625" cy="197889"/>
            </a:xfrm>
            <a:prstGeom prst="rect">
              <a:avLst/>
            </a:prstGeom>
            <a:noFill/>
          </p:spPr>
          <p:txBody>
            <a:bodyPr wrap="square" lIns="0" tIns="0" rIns="0" bIns="0" rtlCol="0" anchor="t">
              <a:noAutofit/>
            </a:bodyPr>
            <a:lstStyle/>
            <a:p>
              <a:pPr algn="l">
                <a:lnSpc>
                  <a:spcPts val="1812"/>
                </a:lnSpc>
                <a:buNone/>
              </a:pPr>
              <a:r>
                <a:rPr lang="en-US" sz="1250" b="1" dirty="0">
                  <a:solidFill>
                    <a:srgbClr val="FFFFFF"/>
                  </a:solidFill>
                  <a:latin typeface="Inter"/>
                  <a:ea typeface="Inter"/>
                  <a:cs typeface="Inter"/>
                </a:rPr>
                <a:t>Character animation</a:t>
              </a:r>
              <a:endParaRPr lang="en-US" sz="1250" dirty="0"/>
            </a:p>
          </p:txBody>
        </p:sp>
      </p:grpSp>
      <p:sp>
        <p:nvSpPr>
          <p:cNvPr id="50" name="gallery-5-base"/>
          <p:cNvSpPr/>
          <p:nvPr/>
        </p:nvSpPr>
        <p:spPr>
          <a:xfrm>
            <a:off x="7950200" y="4133850"/>
            <a:ext cx="3352800" cy="1574800"/>
          </a:xfrm>
          <a:prstGeom prst="roundRect">
            <a:avLst>
              <a:gd name="adj" fmla="val 7258"/>
            </a:avLst>
          </a:prstGeom>
          <a:solidFill>
            <a:srgbClr val="2F3647"/>
          </a:solidFill>
          <a:ln>
            <a:noFill/>
          </a:ln>
        </p:spPr>
      </p:sp>
      <p:pic>
        <p:nvPicPr>
          <p:cNvPr id="51" name="gallery-5" descr="gallery-5"/>
          <p:cNvPicPr>
            <a:picLocks noChangeAspect="1"/>
          </p:cNvPicPr>
          <p:nvPr/>
        </p:nvPicPr>
        <p:blipFill>
          <a:blip r:embed="rId8"/>
          <a:stretch>
            <a:fillRect/>
          </a:stretch>
        </p:blipFill>
        <p:spPr>
          <a:xfrm>
            <a:off x="7950200" y="4133850"/>
            <a:ext cx="3352800" cy="1574800"/>
          </a:xfrm>
          <a:prstGeom prst="rect">
            <a:avLst/>
          </a:prstGeom>
        </p:spPr>
      </p:pic>
      <p:grpSp>
        <p:nvGrpSpPr>
          <p:cNvPr id="54" name="gallery-label-5"/>
          <p:cNvGrpSpPr/>
          <p:nvPr/>
        </p:nvGrpSpPr>
        <p:grpSpPr>
          <a:xfrm>
            <a:off x="8039100" y="5302250"/>
            <a:ext cx="1193800" cy="266700"/>
            <a:chOff x="0" y="0"/>
            <a:chExt cx="1193800" cy="266700"/>
          </a:xfrm>
        </p:grpSpPr>
        <p:sp>
          <p:nvSpPr>
            <p:cNvPr id="52" name="gallery-label-5-bg"/>
            <p:cNvSpPr/>
            <p:nvPr/>
          </p:nvSpPr>
          <p:spPr>
            <a:xfrm>
              <a:off x="0" y="0"/>
              <a:ext cx="1193800" cy="266700"/>
            </a:xfrm>
            <a:prstGeom prst="roundRect">
              <a:avLst>
                <a:gd name="adj" fmla="val 50000"/>
              </a:avLst>
            </a:prstGeom>
            <a:solidFill>
              <a:srgbClr val="2F3647"/>
            </a:solidFill>
            <a:ln>
              <a:noFill/>
            </a:ln>
          </p:spPr>
        </p:sp>
        <p:sp>
          <p:nvSpPr>
            <p:cNvPr id="53" name="gallery-label-5-label"/>
            <p:cNvSpPr txBox="1"/>
            <p:nvPr/>
          </p:nvSpPr>
          <p:spPr>
            <a:xfrm>
              <a:off x="88900" y="5311"/>
              <a:ext cx="1270000" cy="229639"/>
            </a:xfrm>
            <a:prstGeom prst="rect">
              <a:avLst/>
            </a:prstGeom>
            <a:noFill/>
          </p:spPr>
          <p:txBody>
            <a:bodyPr wrap="square" lIns="0" tIns="0" rIns="0" bIns="0" rtlCol="0" anchor="t">
              <a:noAutofit/>
            </a:bodyPr>
            <a:lstStyle/>
            <a:p>
              <a:pPr algn="l">
                <a:lnSpc>
                  <a:spcPts val="1812"/>
                </a:lnSpc>
                <a:buNone/>
              </a:pPr>
              <a:r>
                <a:rPr lang="en-US" sz="1250" b="1" dirty="0">
                  <a:solidFill>
                    <a:srgbClr val="FFFFFF"/>
                  </a:solidFill>
                  <a:latin typeface="Inter"/>
                  <a:ea typeface="Inter"/>
                  <a:cs typeface="Inter"/>
                </a:rPr>
                <a:t>Photo editing</a:t>
              </a:r>
              <a:endParaRPr lang="en-US" sz="1250" dirty="0"/>
            </a:p>
          </p:txBody>
        </p:sp>
      </p:gr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data">
    <p:bg>
      <p:bgPr>
        <a:solidFill>
          <a:srgbClr val="252B39"/>
        </a:solidFill>
        <a:effectLst/>
      </p:bgPr>
    </p:bg>
    <p:spTree>
      <p:nvGrpSpPr>
        <p:cNvPr id="1" name=""/>
        <p:cNvGrpSpPr/>
        <p:nvPr/>
      </p:nvGrpSpPr>
      <p:grpSpPr>
        <a:xfrm>
          <a:off x="0" y="0"/>
          <a:ext cx="0" cy="0"/>
          <a:chOff x="0" y="0"/>
          <a:chExt cx="0" cy="0"/>
        </a:xfrm>
      </p:grpSpPr>
      <p:grpSp>
        <p:nvGrpSpPr>
          <p:cNvPr id="21" name="footer-logo"/>
          <p:cNvGrpSpPr/>
          <p:nvPr/>
        </p:nvGrpSpPr>
        <p:grpSpPr>
          <a:xfrm>
            <a:off x="1047750" y="6127750"/>
            <a:ext cx="762000" cy="323850"/>
            <a:chOff x="0" y="0"/>
            <a:chExt cx="762000" cy="323850"/>
          </a:xfrm>
        </p:grpSpPr>
        <p:sp>
          <p:nvSpPr>
            <p:cNvPr id="2" name="footer-logo-v"/>
            <p:cNvSpPr/>
            <p:nvPr/>
          </p:nvSpPr>
          <p:spPr>
            <a:xfrm>
              <a:off x="0" y="88900"/>
              <a:ext cx="247650" cy="234950"/>
            </a:xfrm>
            <a:custGeom>
              <a:avLst/>
              <a:gdLst/>
              <a:ahLst/>
              <a:cxnLst/>
              <a:rect l="0" t="0" r="r" b="b"/>
              <a:pathLst>
                <a:path w="3900" h="3700">
                  <a:moveTo>
                    <a:pt x="52" y="32"/>
                  </a:moveTo>
                  <a:lnTo>
                    <a:pt x="1116" y="32"/>
                  </a:lnTo>
                  <a:lnTo>
                    <a:pt x="1965" y="2266"/>
                  </a:lnTo>
                  <a:lnTo>
                    <a:pt x="2813" y="32"/>
                  </a:lnTo>
                  <a:lnTo>
                    <a:pt x="3877" y="32"/>
                  </a:lnTo>
                  <a:lnTo>
                    <a:pt x="2497" y="3666"/>
                  </a:lnTo>
                  <a:lnTo>
                    <a:pt x="1433" y="3666"/>
                  </a:lnTo>
                  <a:lnTo>
                    <a:pt x="52" y="32"/>
                  </a:lnTo>
                  <a:close/>
                </a:path>
              </a:pathLst>
            </a:custGeom>
            <a:solidFill>
              <a:srgbClr val="FFFFFF"/>
            </a:solidFill>
            <a:ln>
              <a:noFill/>
            </a:ln>
          </p:spPr>
        </p:sp>
        <p:sp>
          <p:nvSpPr>
            <p:cNvPr id="3" name="footer-logo-i stem"/>
            <p:cNvSpPr/>
            <p:nvPr/>
          </p:nvSpPr>
          <p:spPr>
            <a:xfrm>
              <a:off x="285750" y="88900"/>
              <a:ext cx="69850" cy="234950"/>
            </a:xfrm>
            <a:custGeom>
              <a:avLst/>
              <a:gdLst/>
              <a:ahLst/>
              <a:cxnLst/>
              <a:rect l="0" t="0" r="r" b="b"/>
              <a:pathLst>
                <a:path w="1100" h="3700">
                  <a:moveTo>
                    <a:pt x="27" y="32"/>
                  </a:moveTo>
                  <a:lnTo>
                    <a:pt x="1022" y="32"/>
                  </a:lnTo>
                  <a:lnTo>
                    <a:pt x="1022" y="3666"/>
                  </a:lnTo>
                  <a:lnTo>
                    <a:pt x="27" y="3666"/>
                  </a:lnTo>
                  <a:lnTo>
                    <a:pt x="27" y="32"/>
                  </a:lnTo>
                  <a:close/>
                </a:path>
              </a:pathLst>
            </a:custGeom>
            <a:solidFill>
              <a:srgbClr val="FFFFFF"/>
            </a:solidFill>
            <a:ln>
              <a:noFill/>
            </a:ln>
          </p:spPr>
        </p:sp>
        <p:sp>
          <p:nvSpPr>
            <p:cNvPr id="4" name="footer-logo-i dot"/>
            <p:cNvSpPr/>
            <p:nvPr/>
          </p:nvSpPr>
          <p:spPr>
            <a:xfrm>
              <a:off x="285750" y="0"/>
              <a:ext cx="69850" cy="69850"/>
            </a:xfrm>
            <a:custGeom>
              <a:avLst/>
              <a:gdLst/>
              <a:ahLst/>
              <a:cxnLst/>
              <a:rect l="0" t="0" r="r" b="b"/>
              <a:pathLst>
                <a:path w="1100" h="1100">
                  <a:moveTo>
                    <a:pt x="27" y="17"/>
                  </a:moveTo>
                  <a:lnTo>
                    <a:pt x="1022" y="17"/>
                  </a:lnTo>
                  <a:lnTo>
                    <a:pt x="1022" y="1012"/>
                  </a:lnTo>
                  <a:lnTo>
                    <a:pt x="27" y="1012"/>
                  </a:lnTo>
                  <a:lnTo>
                    <a:pt x="27" y="17"/>
                  </a:lnTo>
                  <a:close/>
                </a:path>
              </a:pathLst>
            </a:custGeom>
            <a:solidFill>
              <a:srgbClr val="FFFFFF"/>
            </a:solidFill>
            <a:ln>
              <a:noFill/>
            </a:ln>
          </p:spPr>
        </p:sp>
        <p:sp>
          <p:nvSpPr>
            <p:cNvPr id="5" name="footer-logo-x"/>
            <p:cNvSpPr/>
            <p:nvPr/>
          </p:nvSpPr>
          <p:spPr>
            <a:xfrm>
              <a:off x="387350" y="88900"/>
              <a:ext cx="241300" cy="120650"/>
            </a:xfrm>
            <a:custGeom>
              <a:avLst/>
              <a:gdLst/>
              <a:ahLst/>
              <a:cxnLst/>
              <a:rect l="0" t="0" r="r" b="b"/>
              <a:pathLst>
                <a:path w="3800" h="1900">
                  <a:moveTo>
                    <a:pt x="72" y="32"/>
                  </a:moveTo>
                  <a:lnTo>
                    <a:pt x="1269" y="32"/>
                  </a:lnTo>
                  <a:lnTo>
                    <a:pt x="1889" y="956"/>
                  </a:lnTo>
                  <a:lnTo>
                    <a:pt x="2509" y="32"/>
                  </a:lnTo>
                  <a:lnTo>
                    <a:pt x="3706" y="32"/>
                  </a:lnTo>
                  <a:lnTo>
                    <a:pt x="2488" y="1849"/>
                  </a:lnTo>
                  <a:lnTo>
                    <a:pt x="1290" y="1849"/>
                  </a:lnTo>
                  <a:lnTo>
                    <a:pt x="72" y="32"/>
                  </a:lnTo>
                  <a:close/>
                </a:path>
              </a:pathLst>
            </a:custGeom>
            <a:solidFill>
              <a:srgbClr val="FFFFFF"/>
            </a:solidFill>
            <a:ln>
              <a:noFill/>
            </a:ln>
          </p:spPr>
        </p:sp>
        <p:sp>
          <p:nvSpPr>
            <p:cNvPr id="6" name="footer-logo-x reflection band 1"/>
            <p:cNvSpPr/>
            <p:nvPr/>
          </p:nvSpPr>
          <p:spPr>
            <a:xfrm>
              <a:off x="457200" y="203200"/>
              <a:ext cx="95250" cy="12700"/>
            </a:xfrm>
            <a:custGeom>
              <a:avLst/>
              <a:gdLst/>
              <a:ahLst/>
              <a:cxnLst/>
              <a:rect l="0" t="0" r="r" b="b"/>
              <a:pathLst>
                <a:path w="1500" h="200">
                  <a:moveTo>
                    <a:pt x="1483" y="192"/>
                  </a:moveTo>
                  <a:lnTo>
                    <a:pt x="1388" y="49"/>
                  </a:lnTo>
                  <a:lnTo>
                    <a:pt x="190" y="49"/>
                  </a:lnTo>
                  <a:lnTo>
                    <a:pt x="95" y="192"/>
                  </a:lnTo>
                  <a:lnTo>
                    <a:pt x="1483" y="192"/>
                  </a:lnTo>
                  <a:close/>
                </a:path>
              </a:pathLst>
            </a:custGeom>
            <a:solidFill>
              <a:srgbClr val="6A9AFF"/>
            </a:solidFill>
            <a:ln>
              <a:noFill/>
            </a:ln>
          </p:spPr>
        </p:sp>
        <p:sp>
          <p:nvSpPr>
            <p:cNvPr id="7" name="footer-logo-x reflection band 2"/>
            <p:cNvSpPr/>
            <p:nvPr/>
          </p:nvSpPr>
          <p:spPr>
            <a:xfrm>
              <a:off x="469900" y="222250"/>
              <a:ext cx="114300" cy="12700"/>
            </a:xfrm>
            <a:custGeom>
              <a:avLst/>
              <a:gdLst/>
              <a:ahLst/>
              <a:cxnLst/>
              <a:rect l="0" t="0" r="r" b="b"/>
              <a:pathLst>
                <a:path w="1800" h="200">
                  <a:moveTo>
                    <a:pt x="1763" y="152"/>
                  </a:moveTo>
                  <a:lnTo>
                    <a:pt x="1668" y="9"/>
                  </a:lnTo>
                  <a:lnTo>
                    <a:pt x="122" y="9"/>
                  </a:lnTo>
                  <a:lnTo>
                    <a:pt x="27" y="152"/>
                  </a:lnTo>
                  <a:lnTo>
                    <a:pt x="1763" y="152"/>
                  </a:lnTo>
                  <a:close/>
                </a:path>
              </a:pathLst>
            </a:custGeom>
            <a:solidFill>
              <a:srgbClr val="6A9AFF"/>
            </a:solidFill>
            <a:ln>
              <a:noFill/>
            </a:ln>
          </p:spPr>
        </p:sp>
        <p:sp>
          <p:nvSpPr>
            <p:cNvPr id="8" name="footer-logo-x reflection band 3"/>
            <p:cNvSpPr/>
            <p:nvPr/>
          </p:nvSpPr>
          <p:spPr>
            <a:xfrm>
              <a:off x="419100" y="234950"/>
              <a:ext cx="139700" cy="19050"/>
            </a:xfrm>
            <a:custGeom>
              <a:avLst/>
              <a:gdLst/>
              <a:ahLst/>
              <a:cxnLst/>
              <a:rect l="0" t="0" r="r" b="b"/>
              <a:pathLst>
                <a:path w="2200" h="300">
                  <a:moveTo>
                    <a:pt x="2164" y="211"/>
                  </a:moveTo>
                  <a:lnTo>
                    <a:pt x="2068" y="68"/>
                  </a:lnTo>
                  <a:lnTo>
                    <a:pt x="175" y="68"/>
                  </a:lnTo>
                  <a:lnTo>
                    <a:pt x="79" y="211"/>
                  </a:lnTo>
                  <a:lnTo>
                    <a:pt x="2164" y="211"/>
                  </a:lnTo>
                  <a:close/>
                </a:path>
              </a:pathLst>
            </a:custGeom>
            <a:solidFill>
              <a:srgbClr val="5B87E6"/>
            </a:solidFill>
            <a:ln>
              <a:noFill/>
            </a:ln>
          </p:spPr>
        </p:sp>
        <p:sp>
          <p:nvSpPr>
            <p:cNvPr id="9" name="footer-logo-x reflection band 4"/>
            <p:cNvSpPr/>
            <p:nvPr/>
          </p:nvSpPr>
          <p:spPr>
            <a:xfrm>
              <a:off x="450850" y="254000"/>
              <a:ext cx="165100" cy="12700"/>
            </a:xfrm>
            <a:custGeom>
              <a:avLst/>
              <a:gdLst/>
              <a:ahLst/>
              <a:cxnLst/>
              <a:rect l="0" t="0" r="r" b="b"/>
              <a:pathLst>
                <a:path w="2600" h="200">
                  <a:moveTo>
                    <a:pt x="1291" y="171"/>
                  </a:moveTo>
                  <a:lnTo>
                    <a:pt x="1310" y="142"/>
                  </a:lnTo>
                  <a:lnTo>
                    <a:pt x="1329" y="171"/>
                  </a:lnTo>
                  <a:lnTo>
                    <a:pt x="2526" y="171"/>
                  </a:lnTo>
                  <a:lnTo>
                    <a:pt x="2430" y="28"/>
                  </a:lnTo>
                  <a:lnTo>
                    <a:pt x="189" y="28"/>
                  </a:lnTo>
                  <a:lnTo>
                    <a:pt x="93" y="171"/>
                  </a:lnTo>
                  <a:lnTo>
                    <a:pt x="1291" y="171"/>
                  </a:lnTo>
                  <a:close/>
                </a:path>
              </a:pathLst>
            </a:custGeom>
            <a:solidFill>
              <a:srgbClr val="5B87E6"/>
            </a:solidFill>
            <a:ln>
              <a:noFill/>
            </a:ln>
          </p:spPr>
        </p:sp>
        <p:sp>
          <p:nvSpPr>
            <p:cNvPr id="10" name="footer-logo-x reflection band 5"/>
            <p:cNvSpPr/>
            <p:nvPr/>
          </p:nvSpPr>
          <p:spPr>
            <a:xfrm>
              <a:off x="393700" y="266700"/>
              <a:ext cx="184150" cy="19050"/>
            </a:xfrm>
            <a:custGeom>
              <a:avLst/>
              <a:gdLst/>
              <a:ahLst/>
              <a:cxnLst/>
              <a:rect l="0" t="0" r="r" b="b"/>
              <a:pathLst>
                <a:path w="2900" h="300">
                  <a:moveTo>
                    <a:pt x="1252" y="230"/>
                  </a:moveTo>
                  <a:lnTo>
                    <a:pt x="1347" y="88"/>
                  </a:lnTo>
                  <a:lnTo>
                    <a:pt x="1542" y="88"/>
                  </a:lnTo>
                  <a:lnTo>
                    <a:pt x="1638" y="230"/>
                  </a:lnTo>
                  <a:lnTo>
                    <a:pt x="2835" y="230"/>
                  </a:lnTo>
                  <a:lnTo>
                    <a:pt x="2740" y="88"/>
                  </a:lnTo>
                  <a:lnTo>
                    <a:pt x="150" y="88"/>
                  </a:lnTo>
                  <a:lnTo>
                    <a:pt x="54" y="230"/>
                  </a:lnTo>
                  <a:lnTo>
                    <a:pt x="1252" y="230"/>
                  </a:lnTo>
                  <a:close/>
                </a:path>
              </a:pathLst>
            </a:custGeom>
            <a:solidFill>
              <a:srgbClr val="4A6FC0"/>
            </a:solidFill>
            <a:ln>
              <a:noFill/>
            </a:ln>
          </p:spPr>
        </p:sp>
        <p:sp>
          <p:nvSpPr>
            <p:cNvPr id="11" name="footer-logo-x reflection band 6"/>
            <p:cNvSpPr/>
            <p:nvPr/>
          </p:nvSpPr>
          <p:spPr>
            <a:xfrm>
              <a:off x="438150" y="285750"/>
              <a:ext cx="203200" cy="12700"/>
            </a:xfrm>
            <a:custGeom>
              <a:avLst/>
              <a:gdLst/>
              <a:ahLst/>
              <a:cxnLst/>
              <a:rect l="0" t="0" r="r" b="b"/>
              <a:pathLst>
                <a:path w="3200" h="200">
                  <a:moveTo>
                    <a:pt x="1219" y="190"/>
                  </a:moveTo>
                  <a:lnTo>
                    <a:pt x="1315" y="47"/>
                  </a:lnTo>
                  <a:lnTo>
                    <a:pt x="1858" y="47"/>
                  </a:lnTo>
                  <a:lnTo>
                    <a:pt x="1953" y="190"/>
                  </a:lnTo>
                  <a:lnTo>
                    <a:pt x="3151" y="190"/>
                  </a:lnTo>
                  <a:lnTo>
                    <a:pt x="3055" y="47"/>
                  </a:lnTo>
                  <a:lnTo>
                    <a:pt x="117" y="47"/>
                  </a:lnTo>
                  <a:lnTo>
                    <a:pt x="22" y="190"/>
                  </a:lnTo>
                  <a:lnTo>
                    <a:pt x="1219" y="190"/>
                  </a:lnTo>
                  <a:close/>
                </a:path>
              </a:pathLst>
            </a:custGeom>
            <a:solidFill>
              <a:srgbClr val="4A6FC0"/>
            </a:solidFill>
            <a:ln>
              <a:noFill/>
            </a:ln>
          </p:spPr>
        </p:sp>
        <p:sp>
          <p:nvSpPr>
            <p:cNvPr id="12" name="footer-logo-x reflection band 7"/>
            <p:cNvSpPr/>
            <p:nvPr/>
          </p:nvSpPr>
          <p:spPr>
            <a:xfrm>
              <a:off x="381000" y="304800"/>
              <a:ext cx="228600" cy="12700"/>
            </a:xfrm>
            <a:custGeom>
              <a:avLst/>
              <a:gdLst/>
              <a:ahLst/>
              <a:cxnLst/>
              <a:rect l="0" t="0" r="r" b="b"/>
              <a:pathLst>
                <a:path w="3600" h="200">
                  <a:moveTo>
                    <a:pt x="1257" y="149"/>
                  </a:moveTo>
                  <a:lnTo>
                    <a:pt x="1352" y="7"/>
                  </a:lnTo>
                  <a:lnTo>
                    <a:pt x="2243" y="7"/>
                  </a:lnTo>
                  <a:lnTo>
                    <a:pt x="2339" y="149"/>
                  </a:lnTo>
                  <a:lnTo>
                    <a:pt x="3536" y="149"/>
                  </a:lnTo>
                  <a:lnTo>
                    <a:pt x="3441" y="7"/>
                  </a:lnTo>
                  <a:lnTo>
                    <a:pt x="155" y="7"/>
                  </a:lnTo>
                  <a:lnTo>
                    <a:pt x="59" y="149"/>
                  </a:lnTo>
                  <a:lnTo>
                    <a:pt x="1257" y="149"/>
                  </a:lnTo>
                  <a:close/>
                </a:path>
              </a:pathLst>
            </a:custGeom>
            <a:solidFill>
              <a:srgbClr val="3A5288"/>
            </a:solidFill>
            <a:ln>
              <a:noFill/>
            </a:ln>
          </p:spPr>
        </p:sp>
        <p:sp>
          <p:nvSpPr>
            <p:cNvPr id="13" name="footer-logo-l"/>
            <p:cNvSpPr/>
            <p:nvPr/>
          </p:nvSpPr>
          <p:spPr>
            <a:xfrm>
              <a:off x="660400" y="0"/>
              <a:ext cx="69850" cy="209550"/>
            </a:xfrm>
            <a:custGeom>
              <a:avLst/>
              <a:gdLst/>
              <a:ahLst/>
              <a:cxnLst/>
              <a:rect l="0" t="0" r="r" b="b"/>
              <a:pathLst>
                <a:path w="1100" h="3300">
                  <a:moveTo>
                    <a:pt x="56" y="17"/>
                  </a:moveTo>
                  <a:lnTo>
                    <a:pt x="1051" y="17"/>
                  </a:lnTo>
                  <a:lnTo>
                    <a:pt x="1051" y="3249"/>
                  </a:lnTo>
                  <a:lnTo>
                    <a:pt x="56" y="3249"/>
                  </a:lnTo>
                  <a:lnTo>
                    <a:pt x="56" y="17"/>
                  </a:lnTo>
                  <a:close/>
                </a:path>
              </a:pathLst>
            </a:custGeom>
            <a:solidFill>
              <a:srgbClr val="FFFFFF"/>
            </a:solidFill>
            <a:ln>
              <a:noFill/>
            </a:ln>
          </p:spPr>
        </p:sp>
        <p:sp>
          <p:nvSpPr>
            <p:cNvPr id="14" name="footer-logo-l reflection band 1"/>
            <p:cNvSpPr/>
            <p:nvPr/>
          </p:nvSpPr>
          <p:spPr>
            <a:xfrm>
              <a:off x="660400" y="203200"/>
              <a:ext cx="69850" cy="12700"/>
            </a:xfrm>
            <a:custGeom>
              <a:avLst/>
              <a:gdLst/>
              <a:ahLst/>
              <a:cxnLst/>
              <a:rect l="0" t="0" r="r" b="b"/>
              <a:pathLst>
                <a:path w="1100" h="200">
                  <a:moveTo>
                    <a:pt x="56" y="49"/>
                  </a:moveTo>
                  <a:lnTo>
                    <a:pt x="1051" y="49"/>
                  </a:lnTo>
                  <a:lnTo>
                    <a:pt x="1051" y="192"/>
                  </a:lnTo>
                  <a:lnTo>
                    <a:pt x="56" y="192"/>
                  </a:lnTo>
                  <a:lnTo>
                    <a:pt x="56" y="49"/>
                  </a:lnTo>
                  <a:close/>
                </a:path>
              </a:pathLst>
            </a:custGeom>
            <a:solidFill>
              <a:srgbClr val="6A9AFF"/>
            </a:solidFill>
            <a:ln>
              <a:noFill/>
            </a:ln>
          </p:spPr>
        </p:sp>
        <p:sp>
          <p:nvSpPr>
            <p:cNvPr id="15" name="footer-logo-l reflection band 2"/>
            <p:cNvSpPr/>
            <p:nvPr/>
          </p:nvSpPr>
          <p:spPr>
            <a:xfrm>
              <a:off x="679450" y="222250"/>
              <a:ext cx="69850" cy="12700"/>
            </a:xfrm>
            <a:custGeom>
              <a:avLst/>
              <a:gdLst/>
              <a:ahLst/>
              <a:cxnLst/>
              <a:rect l="0" t="0" r="r" b="b"/>
              <a:pathLst>
                <a:path w="1100" h="200">
                  <a:moveTo>
                    <a:pt x="1057" y="9"/>
                  </a:moveTo>
                  <a:lnTo>
                    <a:pt x="1057" y="152"/>
                  </a:lnTo>
                  <a:lnTo>
                    <a:pt x="62" y="152"/>
                  </a:lnTo>
                  <a:lnTo>
                    <a:pt x="62" y="9"/>
                  </a:lnTo>
                  <a:lnTo>
                    <a:pt x="1057" y="9"/>
                  </a:lnTo>
                  <a:close/>
                </a:path>
              </a:pathLst>
            </a:custGeom>
            <a:solidFill>
              <a:srgbClr val="6A9AFF"/>
            </a:solidFill>
            <a:ln>
              <a:noFill/>
            </a:ln>
          </p:spPr>
        </p:sp>
        <p:sp>
          <p:nvSpPr>
            <p:cNvPr id="16" name="footer-logo-l reflection band 3"/>
            <p:cNvSpPr/>
            <p:nvPr/>
          </p:nvSpPr>
          <p:spPr>
            <a:xfrm>
              <a:off x="641350" y="234950"/>
              <a:ext cx="69850" cy="19050"/>
            </a:xfrm>
            <a:custGeom>
              <a:avLst/>
              <a:gdLst/>
              <a:ahLst/>
              <a:cxnLst/>
              <a:rect l="0" t="0" r="r" b="b"/>
              <a:pathLst>
                <a:path w="1100" h="300">
                  <a:moveTo>
                    <a:pt x="1083" y="68"/>
                  </a:moveTo>
                  <a:lnTo>
                    <a:pt x="1083" y="211"/>
                  </a:lnTo>
                  <a:lnTo>
                    <a:pt x="88" y="211"/>
                  </a:lnTo>
                  <a:lnTo>
                    <a:pt x="88" y="68"/>
                  </a:lnTo>
                  <a:lnTo>
                    <a:pt x="1083" y="68"/>
                  </a:lnTo>
                  <a:close/>
                </a:path>
              </a:pathLst>
            </a:custGeom>
            <a:solidFill>
              <a:srgbClr val="5B87E6"/>
            </a:solidFill>
            <a:ln>
              <a:noFill/>
            </a:ln>
          </p:spPr>
        </p:sp>
        <p:sp>
          <p:nvSpPr>
            <p:cNvPr id="17" name="footer-logo-l reflection band 4"/>
            <p:cNvSpPr/>
            <p:nvPr/>
          </p:nvSpPr>
          <p:spPr>
            <a:xfrm>
              <a:off x="685800" y="254000"/>
              <a:ext cx="69850" cy="12700"/>
            </a:xfrm>
            <a:custGeom>
              <a:avLst/>
              <a:gdLst/>
              <a:ahLst/>
              <a:cxnLst/>
              <a:rect l="0" t="0" r="r" b="b"/>
              <a:pathLst>
                <a:path w="1100" h="200">
                  <a:moveTo>
                    <a:pt x="1071" y="28"/>
                  </a:moveTo>
                  <a:lnTo>
                    <a:pt x="1071" y="171"/>
                  </a:lnTo>
                  <a:lnTo>
                    <a:pt x="77" y="171"/>
                  </a:lnTo>
                  <a:lnTo>
                    <a:pt x="77" y="28"/>
                  </a:lnTo>
                  <a:lnTo>
                    <a:pt x="1071" y="28"/>
                  </a:lnTo>
                  <a:close/>
                </a:path>
              </a:pathLst>
            </a:custGeom>
            <a:solidFill>
              <a:srgbClr val="5B87E6"/>
            </a:solidFill>
            <a:ln>
              <a:noFill/>
            </a:ln>
          </p:spPr>
        </p:sp>
        <p:sp>
          <p:nvSpPr>
            <p:cNvPr id="18" name="footer-logo-l reflection band 5"/>
            <p:cNvSpPr/>
            <p:nvPr/>
          </p:nvSpPr>
          <p:spPr>
            <a:xfrm>
              <a:off x="641350" y="266700"/>
              <a:ext cx="69850" cy="19050"/>
            </a:xfrm>
            <a:custGeom>
              <a:avLst/>
              <a:gdLst/>
              <a:ahLst/>
              <a:cxnLst/>
              <a:rect l="0" t="0" r="r" b="b"/>
              <a:pathLst>
                <a:path w="1100" h="300">
                  <a:moveTo>
                    <a:pt x="1006" y="88"/>
                  </a:moveTo>
                  <a:lnTo>
                    <a:pt x="1006" y="230"/>
                  </a:lnTo>
                  <a:lnTo>
                    <a:pt x="12" y="230"/>
                  </a:lnTo>
                  <a:lnTo>
                    <a:pt x="12" y="88"/>
                  </a:lnTo>
                  <a:lnTo>
                    <a:pt x="1006" y="88"/>
                  </a:lnTo>
                  <a:close/>
                </a:path>
              </a:pathLst>
            </a:custGeom>
            <a:solidFill>
              <a:srgbClr val="4A6FC0"/>
            </a:solidFill>
            <a:ln>
              <a:noFill/>
            </a:ln>
          </p:spPr>
        </p:sp>
        <p:sp>
          <p:nvSpPr>
            <p:cNvPr id="19" name="footer-logo-l reflection band 6"/>
            <p:cNvSpPr/>
            <p:nvPr/>
          </p:nvSpPr>
          <p:spPr>
            <a:xfrm>
              <a:off x="692150" y="285750"/>
              <a:ext cx="69850" cy="12700"/>
            </a:xfrm>
            <a:custGeom>
              <a:avLst/>
              <a:gdLst/>
              <a:ahLst/>
              <a:cxnLst/>
              <a:rect l="0" t="0" r="r" b="b"/>
              <a:pathLst>
                <a:path w="1100" h="200">
                  <a:moveTo>
                    <a:pt x="1048" y="47"/>
                  </a:moveTo>
                  <a:lnTo>
                    <a:pt x="1048" y="190"/>
                  </a:lnTo>
                  <a:lnTo>
                    <a:pt x="53" y="190"/>
                  </a:lnTo>
                  <a:lnTo>
                    <a:pt x="53" y="47"/>
                  </a:lnTo>
                  <a:lnTo>
                    <a:pt x="1048" y="47"/>
                  </a:lnTo>
                  <a:close/>
                </a:path>
              </a:pathLst>
            </a:custGeom>
            <a:solidFill>
              <a:srgbClr val="4A6FC0"/>
            </a:solidFill>
            <a:ln>
              <a:noFill/>
            </a:ln>
          </p:spPr>
        </p:sp>
        <p:sp>
          <p:nvSpPr>
            <p:cNvPr id="20" name="footer-logo-l reflection band 7"/>
            <p:cNvSpPr/>
            <p:nvPr/>
          </p:nvSpPr>
          <p:spPr>
            <a:xfrm>
              <a:off x="647700" y="304800"/>
              <a:ext cx="69850" cy="12700"/>
            </a:xfrm>
            <a:custGeom>
              <a:avLst/>
              <a:gdLst/>
              <a:ahLst/>
              <a:cxnLst/>
              <a:rect l="0" t="0" r="r" b="b"/>
              <a:pathLst>
                <a:path w="1100" h="200">
                  <a:moveTo>
                    <a:pt x="1059" y="7"/>
                  </a:moveTo>
                  <a:lnTo>
                    <a:pt x="1059" y="149"/>
                  </a:lnTo>
                  <a:lnTo>
                    <a:pt x="65" y="149"/>
                  </a:lnTo>
                  <a:lnTo>
                    <a:pt x="65" y="7"/>
                  </a:lnTo>
                  <a:lnTo>
                    <a:pt x="1059" y="7"/>
                  </a:lnTo>
                  <a:close/>
                </a:path>
              </a:pathLst>
            </a:custGeom>
            <a:solidFill>
              <a:srgbClr val="3A5288"/>
            </a:solidFill>
            <a:ln>
              <a:noFill/>
            </a:ln>
          </p:spPr>
        </p:sp>
      </p:grpSp>
      <p:sp>
        <p:nvSpPr>
          <p:cNvPr id="22" name="page-num"/>
          <p:cNvSpPr txBox="1"/>
          <p:nvPr/>
        </p:nvSpPr>
        <p:spPr>
          <a:xfrm>
            <a:off x="10604500" y="6206744"/>
            <a:ext cx="781050" cy="194056"/>
          </a:xfrm>
          <a:prstGeom prst="rect">
            <a:avLst/>
          </a:prstGeom>
          <a:noFill/>
        </p:spPr>
        <p:txBody>
          <a:bodyPr wrap="square" lIns="0" tIns="0" rIns="0" bIns="0" rtlCol="0" anchor="t">
            <a:noAutofit/>
          </a:bodyPr>
          <a:lstStyle/>
          <a:p>
            <a:pPr algn="l">
              <a:lnSpc>
                <a:spcPts val="1734"/>
              </a:lnSpc>
              <a:buNone/>
            </a:pPr>
            <a:r>
              <a:rPr lang="en-US" sz="1200" dirty="0">
                <a:solidFill>
                  <a:srgbClr val="AEB7CA"/>
                </a:solidFill>
                <a:latin typeface="JetBrains Mono"/>
                <a:ea typeface="JetBrains Mono"/>
                <a:cs typeface="JetBrains Mono"/>
              </a:rPr>
              <a:t>5 / 12</a:t>
            </a:r>
            <a:endParaRPr lang="en-US" sz="1200" dirty="0"/>
          </a:p>
        </p:txBody>
      </p:sp>
      <p:sp>
        <p:nvSpPr>
          <p:cNvPr id="23" name="kicker"/>
          <p:cNvSpPr txBox="1"/>
          <p:nvPr/>
        </p:nvSpPr>
        <p:spPr>
          <a:xfrm>
            <a:off x="889000" y="559994"/>
            <a:ext cx="1738312" cy="214706"/>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DATA TO STORY</a:t>
            </a:r>
            <a:endParaRPr lang="en-US" sz="1400" dirty="0"/>
          </a:p>
        </p:txBody>
      </p:sp>
      <p:sp>
        <p:nvSpPr>
          <p:cNvPr id="24" name="headline"/>
          <p:cNvSpPr>
            <a:spLocks noGrp="1"/>
          </p:cNvSpPr>
          <p:nvPr>
            <p:ph type="title"/>
          </p:nvPr>
        </p:nvSpPr>
        <p:spPr>
          <a:xfrm>
            <a:off x="889000" y="1316078"/>
            <a:ext cx="9683750" cy="550822"/>
          </a:xfrm>
          <a:prstGeom prst="rect">
            <a:avLst/>
          </a:prstGeom>
          <a:noFill/>
        </p:spPr>
        <p:txBody>
          <a:bodyPr wrap="square" lIns="0" tIns="0" rIns="0" bIns="0" rtlCol="0" anchor="t">
            <a:noAutofit/>
          </a:bodyPr>
          <a:lstStyle/>
          <a:p>
            <a:pPr algn="l">
              <a:lnSpc>
                <a:spcPts val="4324"/>
              </a:lnSpc>
              <a:spcBef>
                <a:spcPts val="0"/>
              </a:spcBef>
              <a:spcAft>
                <a:spcPts val="0"/>
              </a:spcAft>
              <a:buNone/>
            </a:pPr>
            <a:r>
              <a:rPr lang="en-US" sz="4700" b="1" dirty="0">
                <a:solidFill>
                  <a:srgbClr val="FFFFFF"/>
                </a:solidFill>
                <a:latin typeface="Inter Tight"/>
                <a:ea typeface="Inter Tight"/>
                <a:cs typeface="Inter Tight"/>
              </a:rPr>
              <a:t>New numbers? </a:t>
            </a:r>
            <a:r>
              <a:rPr lang="en-US" sz="4700" b="1" dirty="0">
                <a:solidFill>
                  <a:srgbClr val="6A9AFF"/>
                </a:solidFill>
                <a:latin typeface="Inter Tight"/>
                <a:ea typeface="Inter Tight"/>
                <a:cs typeface="Inter Tight"/>
              </a:rPr>
              <a:t>Same chart.</a:t>
            </a:r>
            <a:endParaRPr lang="en-US" sz="4700" dirty="0"/>
          </a:p>
        </p:txBody>
      </p:sp>
      <p:sp>
        <p:nvSpPr>
          <p:cNvPr id="25" name="chart-panel"/>
          <p:cNvSpPr/>
          <p:nvPr/>
        </p:nvSpPr>
        <p:spPr>
          <a:xfrm>
            <a:off x="889000" y="2349500"/>
            <a:ext cx="6477000" cy="3302000"/>
          </a:xfrm>
          <a:prstGeom prst="roundRect">
            <a:avLst>
              <a:gd name="adj" fmla="val 3077"/>
            </a:avLst>
          </a:prstGeom>
          <a:solidFill>
            <a:srgbClr val="FFFFFF"/>
          </a:solidFill>
          <a:ln>
            <a:noFill/>
          </a:ln>
        </p:spPr>
      </p:sp>
      <p:graphicFrame>
        <p:nvGraphicFramePr>
          <p:cNvPr id="26" name="native-chart"/>
          <p:cNvGraphicFramePr>
            <a:graphicFrameLocks noGrp="1"/>
          </p:cNvGraphicFramePr>
          <p:nvPr/>
        </p:nvGraphicFramePr>
        <p:xfrm>
          <a:off x="1143000" y="2603500"/>
          <a:ext cx="5969000" cy="2635250"/>
        </p:xfrm>
        <a:graphic>
          <a:graphicData uri="http://schemas.openxmlformats.org/drawingml/2006/chart">
            <c:chart xmlns:c="http://schemas.openxmlformats.org/drawingml/2006/chart" r:id="rIdChart1"/>
          </a:graphicData>
        </a:graphic>
      </p:graphicFrame>
      <p:sp>
        <p:nvSpPr>
          <p:cNvPr id="27" name="source"/>
          <p:cNvSpPr txBox="1"/>
          <p:nvPr/>
        </p:nvSpPr>
        <p:spPr>
          <a:xfrm>
            <a:off x="1143000" y="5298567"/>
            <a:ext cx="2476500" cy="137033"/>
          </a:xfrm>
          <a:prstGeom prst="rect">
            <a:avLst/>
          </a:prstGeom>
          <a:noFill/>
        </p:spPr>
        <p:txBody>
          <a:bodyPr wrap="square" lIns="0" tIns="0" rIns="0" bIns="0" rtlCol="0" anchor="t">
            <a:noAutofit/>
          </a:bodyPr>
          <a:lstStyle/>
          <a:p>
            <a:pPr algn="l">
              <a:lnSpc>
                <a:spcPts val="1320"/>
              </a:lnSpc>
              <a:buNone/>
            </a:pPr>
            <a:r>
              <a:rPr lang="en-US" sz="1000" dirty="0">
                <a:solidFill>
                  <a:srgbClr val="5B6478"/>
                </a:solidFill>
                <a:latin typeface="JetBrains Mono"/>
                <a:ea typeface="JetBrains Mono"/>
                <a:cs typeface="JetBrains Mono"/>
              </a:rPr>
              <a:t>ILLUSTRATIVE WORKFLOW DATA</a:t>
            </a:r>
            <a:endParaRPr lang="en-US" sz="1000" dirty="0"/>
          </a:p>
        </p:txBody>
      </p:sp>
      <p:sp>
        <p:nvSpPr>
          <p:cNvPr id="28" name="data-note"/>
          <p:cNvSpPr txBox="1"/>
          <p:nvPr/>
        </p:nvSpPr>
        <p:spPr>
          <a:xfrm>
            <a:off x="7874000" y="2593494"/>
            <a:ext cx="3302000" cy="2321406"/>
          </a:xfrm>
          <a:prstGeom prst="rect">
            <a:avLst/>
          </a:prstGeom>
          <a:noFill/>
        </p:spPr>
        <p:txBody>
          <a:bodyPr wrap="square" lIns="0" tIns="0" rIns="0" bIns="0" rtlCol="0" anchor="t">
            <a:noAutofit/>
          </a:bodyPr>
          <a:lstStyle/>
          <a:p>
            <a:pPr algn="l">
              <a:lnSpc>
                <a:spcPts val="2275"/>
              </a:lnSpc>
              <a:spcBef>
                <a:spcPts val="0"/>
              </a:spcBef>
              <a:spcAft>
                <a:spcPts val="0"/>
              </a:spcAft>
              <a:buNone/>
            </a:pPr>
            <a:r>
              <a:rPr lang="en-US" sz="1750" dirty="0">
                <a:solidFill>
                  <a:srgbClr val="FFFFFF"/>
                </a:solidFill>
                <a:latin typeface="Inter"/>
                <a:ea typeface="Inter"/>
                <a:cs typeface="Inter"/>
              </a:rPr>
              <a:t>Change the values with chart-data.</a:t>
            </a:r>
            <a:endParaRPr lang="en-US" sz="1750" dirty="0"/>
          </a:p>
          <a:p>
            <a:pPr algn="l">
              <a:lnSpc>
                <a:spcPts val="2275"/>
              </a:lnSpc>
              <a:spcBef>
                <a:spcPts val="0"/>
              </a:spcBef>
              <a:spcAft>
                <a:spcPts val="0"/>
              </a:spcAft>
              <a:buNone/>
            </a:pPr>
            <a:endParaRPr lang="en-US" sz="1750" dirty="0"/>
          </a:p>
          <a:p>
            <a:pPr algn="l">
              <a:lnSpc>
                <a:spcPts val="2275"/>
              </a:lnSpc>
              <a:spcBef>
                <a:spcPts val="0"/>
              </a:spcBef>
              <a:spcAft>
                <a:spcPts val="0"/>
              </a:spcAft>
              <a:buNone/>
            </a:pPr>
            <a:r>
              <a:rPr lang="en-US" sz="1750" dirty="0">
                <a:solidFill>
                  <a:srgbClr val="FFFFFF"/>
                </a:solidFill>
                <a:latin typeface="Inter"/>
                <a:ea typeface="Inter"/>
                <a:cs typeface="Inter"/>
              </a:rPr>
              <a:t>Scale, bars, labels and totals follow along.</a:t>
            </a:r>
            <a:endParaRPr lang="en-US" sz="1750" dirty="0"/>
          </a:p>
          <a:p>
            <a:pPr algn="l">
              <a:lnSpc>
                <a:spcPts val="2275"/>
              </a:lnSpc>
              <a:spcBef>
                <a:spcPts val="0"/>
              </a:spcBef>
              <a:spcAft>
                <a:spcPts val="0"/>
              </a:spcAft>
              <a:buNone/>
            </a:pPr>
            <a:endParaRPr lang="en-US" sz="1750" dirty="0"/>
          </a:p>
          <a:p>
            <a:pPr algn="l">
              <a:lnSpc>
                <a:spcPts val="2275"/>
              </a:lnSpc>
              <a:spcBef>
                <a:spcPts val="0"/>
              </a:spcBef>
              <a:spcAft>
                <a:spcPts val="0"/>
              </a:spcAft>
              <a:buNone/>
            </a:pPr>
            <a:r>
              <a:rPr lang="en-US" sz="1750" dirty="0">
                <a:solidFill>
                  <a:srgbClr val="FFFFFF"/>
                </a:solidFill>
                <a:latin typeface="Inter"/>
                <a:ea typeface="Inter"/>
                <a:cs typeface="Inter"/>
              </a:rPr>
              <a:t>In PowerPoint, hit Edit Data. It is all there.</a:t>
            </a:r>
            <a:endParaRPr lang="en-US" sz="17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repeat">
    <p:bg>
      <p:bgPr>
        <a:solidFill>
          <a:srgbClr val="252B39"/>
        </a:solidFill>
        <a:effectLst/>
      </p:bgPr>
    </p:bg>
    <p:spTree>
      <p:nvGrpSpPr>
        <p:cNvPr id="1" name=""/>
        <p:cNvGrpSpPr/>
        <p:nvPr/>
      </p:nvGrpSpPr>
      <p:grpSpPr>
        <a:xfrm>
          <a:off x="0" y="0"/>
          <a:ext cx="0" cy="0"/>
          <a:chOff x="0" y="0"/>
          <a:chExt cx="0" cy="0"/>
        </a:xfrm>
      </p:grpSpPr>
      <p:grpSp>
        <p:nvGrpSpPr>
          <p:cNvPr id="21" name="footer-logo"/>
          <p:cNvGrpSpPr/>
          <p:nvPr/>
        </p:nvGrpSpPr>
        <p:grpSpPr>
          <a:xfrm>
            <a:off x="1047750" y="6127750"/>
            <a:ext cx="762000" cy="323850"/>
            <a:chOff x="0" y="0"/>
            <a:chExt cx="762000" cy="323850"/>
          </a:xfrm>
        </p:grpSpPr>
        <p:sp>
          <p:nvSpPr>
            <p:cNvPr id="2" name="footer-logo-v"/>
            <p:cNvSpPr/>
            <p:nvPr/>
          </p:nvSpPr>
          <p:spPr>
            <a:xfrm>
              <a:off x="0" y="88900"/>
              <a:ext cx="247650" cy="234950"/>
            </a:xfrm>
            <a:custGeom>
              <a:avLst/>
              <a:gdLst/>
              <a:ahLst/>
              <a:cxnLst/>
              <a:rect l="0" t="0" r="r" b="b"/>
              <a:pathLst>
                <a:path w="3900" h="3700">
                  <a:moveTo>
                    <a:pt x="52" y="32"/>
                  </a:moveTo>
                  <a:lnTo>
                    <a:pt x="1116" y="32"/>
                  </a:lnTo>
                  <a:lnTo>
                    <a:pt x="1965" y="2266"/>
                  </a:lnTo>
                  <a:lnTo>
                    <a:pt x="2813" y="32"/>
                  </a:lnTo>
                  <a:lnTo>
                    <a:pt x="3877" y="32"/>
                  </a:lnTo>
                  <a:lnTo>
                    <a:pt x="2497" y="3666"/>
                  </a:lnTo>
                  <a:lnTo>
                    <a:pt x="1433" y="3666"/>
                  </a:lnTo>
                  <a:lnTo>
                    <a:pt x="52" y="32"/>
                  </a:lnTo>
                  <a:close/>
                </a:path>
              </a:pathLst>
            </a:custGeom>
            <a:solidFill>
              <a:srgbClr val="FFFFFF"/>
            </a:solidFill>
            <a:ln>
              <a:noFill/>
            </a:ln>
          </p:spPr>
        </p:sp>
        <p:sp>
          <p:nvSpPr>
            <p:cNvPr id="3" name="footer-logo-i stem"/>
            <p:cNvSpPr/>
            <p:nvPr/>
          </p:nvSpPr>
          <p:spPr>
            <a:xfrm>
              <a:off x="285750" y="88900"/>
              <a:ext cx="69850" cy="234950"/>
            </a:xfrm>
            <a:custGeom>
              <a:avLst/>
              <a:gdLst/>
              <a:ahLst/>
              <a:cxnLst/>
              <a:rect l="0" t="0" r="r" b="b"/>
              <a:pathLst>
                <a:path w="1100" h="3700">
                  <a:moveTo>
                    <a:pt x="27" y="32"/>
                  </a:moveTo>
                  <a:lnTo>
                    <a:pt x="1022" y="32"/>
                  </a:lnTo>
                  <a:lnTo>
                    <a:pt x="1022" y="3666"/>
                  </a:lnTo>
                  <a:lnTo>
                    <a:pt x="27" y="3666"/>
                  </a:lnTo>
                  <a:lnTo>
                    <a:pt x="27" y="32"/>
                  </a:lnTo>
                  <a:close/>
                </a:path>
              </a:pathLst>
            </a:custGeom>
            <a:solidFill>
              <a:srgbClr val="FFFFFF"/>
            </a:solidFill>
            <a:ln>
              <a:noFill/>
            </a:ln>
          </p:spPr>
        </p:sp>
        <p:sp>
          <p:nvSpPr>
            <p:cNvPr id="4" name="footer-logo-i dot"/>
            <p:cNvSpPr/>
            <p:nvPr/>
          </p:nvSpPr>
          <p:spPr>
            <a:xfrm>
              <a:off x="285750" y="0"/>
              <a:ext cx="69850" cy="69850"/>
            </a:xfrm>
            <a:custGeom>
              <a:avLst/>
              <a:gdLst/>
              <a:ahLst/>
              <a:cxnLst/>
              <a:rect l="0" t="0" r="r" b="b"/>
              <a:pathLst>
                <a:path w="1100" h="1100">
                  <a:moveTo>
                    <a:pt x="27" y="17"/>
                  </a:moveTo>
                  <a:lnTo>
                    <a:pt x="1022" y="17"/>
                  </a:lnTo>
                  <a:lnTo>
                    <a:pt x="1022" y="1012"/>
                  </a:lnTo>
                  <a:lnTo>
                    <a:pt x="27" y="1012"/>
                  </a:lnTo>
                  <a:lnTo>
                    <a:pt x="27" y="17"/>
                  </a:lnTo>
                  <a:close/>
                </a:path>
              </a:pathLst>
            </a:custGeom>
            <a:solidFill>
              <a:srgbClr val="FFFFFF"/>
            </a:solidFill>
            <a:ln>
              <a:noFill/>
            </a:ln>
          </p:spPr>
        </p:sp>
        <p:sp>
          <p:nvSpPr>
            <p:cNvPr id="5" name="footer-logo-x"/>
            <p:cNvSpPr/>
            <p:nvPr/>
          </p:nvSpPr>
          <p:spPr>
            <a:xfrm>
              <a:off x="387350" y="88900"/>
              <a:ext cx="241300" cy="120650"/>
            </a:xfrm>
            <a:custGeom>
              <a:avLst/>
              <a:gdLst/>
              <a:ahLst/>
              <a:cxnLst/>
              <a:rect l="0" t="0" r="r" b="b"/>
              <a:pathLst>
                <a:path w="3800" h="1900">
                  <a:moveTo>
                    <a:pt x="72" y="32"/>
                  </a:moveTo>
                  <a:lnTo>
                    <a:pt x="1269" y="32"/>
                  </a:lnTo>
                  <a:lnTo>
                    <a:pt x="1889" y="956"/>
                  </a:lnTo>
                  <a:lnTo>
                    <a:pt x="2509" y="32"/>
                  </a:lnTo>
                  <a:lnTo>
                    <a:pt x="3706" y="32"/>
                  </a:lnTo>
                  <a:lnTo>
                    <a:pt x="2488" y="1849"/>
                  </a:lnTo>
                  <a:lnTo>
                    <a:pt x="1290" y="1849"/>
                  </a:lnTo>
                  <a:lnTo>
                    <a:pt x="72" y="32"/>
                  </a:lnTo>
                  <a:close/>
                </a:path>
              </a:pathLst>
            </a:custGeom>
            <a:solidFill>
              <a:srgbClr val="FFFFFF"/>
            </a:solidFill>
            <a:ln>
              <a:noFill/>
            </a:ln>
          </p:spPr>
        </p:sp>
        <p:sp>
          <p:nvSpPr>
            <p:cNvPr id="6" name="footer-logo-x reflection band 1"/>
            <p:cNvSpPr/>
            <p:nvPr/>
          </p:nvSpPr>
          <p:spPr>
            <a:xfrm>
              <a:off x="457200" y="203200"/>
              <a:ext cx="95250" cy="12700"/>
            </a:xfrm>
            <a:custGeom>
              <a:avLst/>
              <a:gdLst/>
              <a:ahLst/>
              <a:cxnLst/>
              <a:rect l="0" t="0" r="r" b="b"/>
              <a:pathLst>
                <a:path w="1500" h="200">
                  <a:moveTo>
                    <a:pt x="1483" y="192"/>
                  </a:moveTo>
                  <a:lnTo>
                    <a:pt x="1388" y="49"/>
                  </a:lnTo>
                  <a:lnTo>
                    <a:pt x="190" y="49"/>
                  </a:lnTo>
                  <a:lnTo>
                    <a:pt x="95" y="192"/>
                  </a:lnTo>
                  <a:lnTo>
                    <a:pt x="1483" y="192"/>
                  </a:lnTo>
                  <a:close/>
                </a:path>
              </a:pathLst>
            </a:custGeom>
            <a:solidFill>
              <a:srgbClr val="6A9AFF"/>
            </a:solidFill>
            <a:ln>
              <a:noFill/>
            </a:ln>
          </p:spPr>
        </p:sp>
        <p:sp>
          <p:nvSpPr>
            <p:cNvPr id="7" name="footer-logo-x reflection band 2"/>
            <p:cNvSpPr/>
            <p:nvPr/>
          </p:nvSpPr>
          <p:spPr>
            <a:xfrm>
              <a:off x="469900" y="222250"/>
              <a:ext cx="114300" cy="12700"/>
            </a:xfrm>
            <a:custGeom>
              <a:avLst/>
              <a:gdLst/>
              <a:ahLst/>
              <a:cxnLst/>
              <a:rect l="0" t="0" r="r" b="b"/>
              <a:pathLst>
                <a:path w="1800" h="200">
                  <a:moveTo>
                    <a:pt x="1763" y="152"/>
                  </a:moveTo>
                  <a:lnTo>
                    <a:pt x="1668" y="9"/>
                  </a:lnTo>
                  <a:lnTo>
                    <a:pt x="122" y="9"/>
                  </a:lnTo>
                  <a:lnTo>
                    <a:pt x="27" y="152"/>
                  </a:lnTo>
                  <a:lnTo>
                    <a:pt x="1763" y="152"/>
                  </a:lnTo>
                  <a:close/>
                </a:path>
              </a:pathLst>
            </a:custGeom>
            <a:solidFill>
              <a:srgbClr val="6A9AFF"/>
            </a:solidFill>
            <a:ln>
              <a:noFill/>
            </a:ln>
          </p:spPr>
        </p:sp>
        <p:sp>
          <p:nvSpPr>
            <p:cNvPr id="8" name="footer-logo-x reflection band 3"/>
            <p:cNvSpPr/>
            <p:nvPr/>
          </p:nvSpPr>
          <p:spPr>
            <a:xfrm>
              <a:off x="419100" y="234950"/>
              <a:ext cx="139700" cy="19050"/>
            </a:xfrm>
            <a:custGeom>
              <a:avLst/>
              <a:gdLst/>
              <a:ahLst/>
              <a:cxnLst/>
              <a:rect l="0" t="0" r="r" b="b"/>
              <a:pathLst>
                <a:path w="2200" h="300">
                  <a:moveTo>
                    <a:pt x="2164" y="211"/>
                  </a:moveTo>
                  <a:lnTo>
                    <a:pt x="2068" y="68"/>
                  </a:lnTo>
                  <a:lnTo>
                    <a:pt x="175" y="68"/>
                  </a:lnTo>
                  <a:lnTo>
                    <a:pt x="79" y="211"/>
                  </a:lnTo>
                  <a:lnTo>
                    <a:pt x="2164" y="211"/>
                  </a:lnTo>
                  <a:close/>
                </a:path>
              </a:pathLst>
            </a:custGeom>
            <a:solidFill>
              <a:srgbClr val="5B87E6"/>
            </a:solidFill>
            <a:ln>
              <a:noFill/>
            </a:ln>
          </p:spPr>
        </p:sp>
        <p:sp>
          <p:nvSpPr>
            <p:cNvPr id="9" name="footer-logo-x reflection band 4"/>
            <p:cNvSpPr/>
            <p:nvPr/>
          </p:nvSpPr>
          <p:spPr>
            <a:xfrm>
              <a:off x="450850" y="254000"/>
              <a:ext cx="165100" cy="12700"/>
            </a:xfrm>
            <a:custGeom>
              <a:avLst/>
              <a:gdLst/>
              <a:ahLst/>
              <a:cxnLst/>
              <a:rect l="0" t="0" r="r" b="b"/>
              <a:pathLst>
                <a:path w="2600" h="200">
                  <a:moveTo>
                    <a:pt x="1291" y="171"/>
                  </a:moveTo>
                  <a:lnTo>
                    <a:pt x="1310" y="142"/>
                  </a:lnTo>
                  <a:lnTo>
                    <a:pt x="1329" y="171"/>
                  </a:lnTo>
                  <a:lnTo>
                    <a:pt x="2526" y="171"/>
                  </a:lnTo>
                  <a:lnTo>
                    <a:pt x="2430" y="28"/>
                  </a:lnTo>
                  <a:lnTo>
                    <a:pt x="189" y="28"/>
                  </a:lnTo>
                  <a:lnTo>
                    <a:pt x="93" y="171"/>
                  </a:lnTo>
                  <a:lnTo>
                    <a:pt x="1291" y="171"/>
                  </a:lnTo>
                  <a:close/>
                </a:path>
              </a:pathLst>
            </a:custGeom>
            <a:solidFill>
              <a:srgbClr val="5B87E6"/>
            </a:solidFill>
            <a:ln>
              <a:noFill/>
            </a:ln>
          </p:spPr>
        </p:sp>
        <p:sp>
          <p:nvSpPr>
            <p:cNvPr id="10" name="footer-logo-x reflection band 5"/>
            <p:cNvSpPr/>
            <p:nvPr/>
          </p:nvSpPr>
          <p:spPr>
            <a:xfrm>
              <a:off x="393700" y="266700"/>
              <a:ext cx="184150" cy="19050"/>
            </a:xfrm>
            <a:custGeom>
              <a:avLst/>
              <a:gdLst/>
              <a:ahLst/>
              <a:cxnLst/>
              <a:rect l="0" t="0" r="r" b="b"/>
              <a:pathLst>
                <a:path w="2900" h="300">
                  <a:moveTo>
                    <a:pt x="1252" y="230"/>
                  </a:moveTo>
                  <a:lnTo>
                    <a:pt x="1347" y="88"/>
                  </a:lnTo>
                  <a:lnTo>
                    <a:pt x="1542" y="88"/>
                  </a:lnTo>
                  <a:lnTo>
                    <a:pt x="1638" y="230"/>
                  </a:lnTo>
                  <a:lnTo>
                    <a:pt x="2835" y="230"/>
                  </a:lnTo>
                  <a:lnTo>
                    <a:pt x="2740" y="88"/>
                  </a:lnTo>
                  <a:lnTo>
                    <a:pt x="150" y="88"/>
                  </a:lnTo>
                  <a:lnTo>
                    <a:pt x="54" y="230"/>
                  </a:lnTo>
                  <a:lnTo>
                    <a:pt x="1252" y="230"/>
                  </a:lnTo>
                  <a:close/>
                </a:path>
              </a:pathLst>
            </a:custGeom>
            <a:solidFill>
              <a:srgbClr val="4A6FC0"/>
            </a:solidFill>
            <a:ln>
              <a:noFill/>
            </a:ln>
          </p:spPr>
        </p:sp>
        <p:sp>
          <p:nvSpPr>
            <p:cNvPr id="11" name="footer-logo-x reflection band 6"/>
            <p:cNvSpPr/>
            <p:nvPr/>
          </p:nvSpPr>
          <p:spPr>
            <a:xfrm>
              <a:off x="438150" y="285750"/>
              <a:ext cx="203200" cy="12700"/>
            </a:xfrm>
            <a:custGeom>
              <a:avLst/>
              <a:gdLst/>
              <a:ahLst/>
              <a:cxnLst/>
              <a:rect l="0" t="0" r="r" b="b"/>
              <a:pathLst>
                <a:path w="3200" h="200">
                  <a:moveTo>
                    <a:pt x="1219" y="190"/>
                  </a:moveTo>
                  <a:lnTo>
                    <a:pt x="1315" y="47"/>
                  </a:lnTo>
                  <a:lnTo>
                    <a:pt x="1858" y="47"/>
                  </a:lnTo>
                  <a:lnTo>
                    <a:pt x="1953" y="190"/>
                  </a:lnTo>
                  <a:lnTo>
                    <a:pt x="3151" y="190"/>
                  </a:lnTo>
                  <a:lnTo>
                    <a:pt x="3055" y="47"/>
                  </a:lnTo>
                  <a:lnTo>
                    <a:pt x="117" y="47"/>
                  </a:lnTo>
                  <a:lnTo>
                    <a:pt x="22" y="190"/>
                  </a:lnTo>
                  <a:lnTo>
                    <a:pt x="1219" y="190"/>
                  </a:lnTo>
                  <a:close/>
                </a:path>
              </a:pathLst>
            </a:custGeom>
            <a:solidFill>
              <a:srgbClr val="4A6FC0"/>
            </a:solidFill>
            <a:ln>
              <a:noFill/>
            </a:ln>
          </p:spPr>
        </p:sp>
        <p:sp>
          <p:nvSpPr>
            <p:cNvPr id="12" name="footer-logo-x reflection band 7"/>
            <p:cNvSpPr/>
            <p:nvPr/>
          </p:nvSpPr>
          <p:spPr>
            <a:xfrm>
              <a:off x="381000" y="304800"/>
              <a:ext cx="228600" cy="12700"/>
            </a:xfrm>
            <a:custGeom>
              <a:avLst/>
              <a:gdLst/>
              <a:ahLst/>
              <a:cxnLst/>
              <a:rect l="0" t="0" r="r" b="b"/>
              <a:pathLst>
                <a:path w="3600" h="200">
                  <a:moveTo>
                    <a:pt x="1257" y="149"/>
                  </a:moveTo>
                  <a:lnTo>
                    <a:pt x="1352" y="7"/>
                  </a:lnTo>
                  <a:lnTo>
                    <a:pt x="2243" y="7"/>
                  </a:lnTo>
                  <a:lnTo>
                    <a:pt x="2339" y="149"/>
                  </a:lnTo>
                  <a:lnTo>
                    <a:pt x="3536" y="149"/>
                  </a:lnTo>
                  <a:lnTo>
                    <a:pt x="3441" y="7"/>
                  </a:lnTo>
                  <a:lnTo>
                    <a:pt x="155" y="7"/>
                  </a:lnTo>
                  <a:lnTo>
                    <a:pt x="59" y="149"/>
                  </a:lnTo>
                  <a:lnTo>
                    <a:pt x="1257" y="149"/>
                  </a:lnTo>
                  <a:close/>
                </a:path>
              </a:pathLst>
            </a:custGeom>
            <a:solidFill>
              <a:srgbClr val="3A5288"/>
            </a:solidFill>
            <a:ln>
              <a:noFill/>
            </a:ln>
          </p:spPr>
        </p:sp>
        <p:sp>
          <p:nvSpPr>
            <p:cNvPr id="13" name="footer-logo-l"/>
            <p:cNvSpPr/>
            <p:nvPr/>
          </p:nvSpPr>
          <p:spPr>
            <a:xfrm>
              <a:off x="660400" y="0"/>
              <a:ext cx="69850" cy="209550"/>
            </a:xfrm>
            <a:custGeom>
              <a:avLst/>
              <a:gdLst/>
              <a:ahLst/>
              <a:cxnLst/>
              <a:rect l="0" t="0" r="r" b="b"/>
              <a:pathLst>
                <a:path w="1100" h="3300">
                  <a:moveTo>
                    <a:pt x="56" y="17"/>
                  </a:moveTo>
                  <a:lnTo>
                    <a:pt x="1051" y="17"/>
                  </a:lnTo>
                  <a:lnTo>
                    <a:pt x="1051" y="3249"/>
                  </a:lnTo>
                  <a:lnTo>
                    <a:pt x="56" y="3249"/>
                  </a:lnTo>
                  <a:lnTo>
                    <a:pt x="56" y="17"/>
                  </a:lnTo>
                  <a:close/>
                </a:path>
              </a:pathLst>
            </a:custGeom>
            <a:solidFill>
              <a:srgbClr val="FFFFFF"/>
            </a:solidFill>
            <a:ln>
              <a:noFill/>
            </a:ln>
          </p:spPr>
        </p:sp>
        <p:sp>
          <p:nvSpPr>
            <p:cNvPr id="14" name="footer-logo-l reflection band 1"/>
            <p:cNvSpPr/>
            <p:nvPr/>
          </p:nvSpPr>
          <p:spPr>
            <a:xfrm>
              <a:off x="660400" y="203200"/>
              <a:ext cx="69850" cy="12700"/>
            </a:xfrm>
            <a:custGeom>
              <a:avLst/>
              <a:gdLst/>
              <a:ahLst/>
              <a:cxnLst/>
              <a:rect l="0" t="0" r="r" b="b"/>
              <a:pathLst>
                <a:path w="1100" h="200">
                  <a:moveTo>
                    <a:pt x="56" y="49"/>
                  </a:moveTo>
                  <a:lnTo>
                    <a:pt x="1051" y="49"/>
                  </a:lnTo>
                  <a:lnTo>
                    <a:pt x="1051" y="192"/>
                  </a:lnTo>
                  <a:lnTo>
                    <a:pt x="56" y="192"/>
                  </a:lnTo>
                  <a:lnTo>
                    <a:pt x="56" y="49"/>
                  </a:lnTo>
                  <a:close/>
                </a:path>
              </a:pathLst>
            </a:custGeom>
            <a:solidFill>
              <a:srgbClr val="6A9AFF"/>
            </a:solidFill>
            <a:ln>
              <a:noFill/>
            </a:ln>
          </p:spPr>
        </p:sp>
        <p:sp>
          <p:nvSpPr>
            <p:cNvPr id="15" name="footer-logo-l reflection band 2"/>
            <p:cNvSpPr/>
            <p:nvPr/>
          </p:nvSpPr>
          <p:spPr>
            <a:xfrm>
              <a:off x="679450" y="222250"/>
              <a:ext cx="69850" cy="12700"/>
            </a:xfrm>
            <a:custGeom>
              <a:avLst/>
              <a:gdLst/>
              <a:ahLst/>
              <a:cxnLst/>
              <a:rect l="0" t="0" r="r" b="b"/>
              <a:pathLst>
                <a:path w="1100" h="200">
                  <a:moveTo>
                    <a:pt x="1057" y="9"/>
                  </a:moveTo>
                  <a:lnTo>
                    <a:pt x="1057" y="152"/>
                  </a:lnTo>
                  <a:lnTo>
                    <a:pt x="62" y="152"/>
                  </a:lnTo>
                  <a:lnTo>
                    <a:pt x="62" y="9"/>
                  </a:lnTo>
                  <a:lnTo>
                    <a:pt x="1057" y="9"/>
                  </a:lnTo>
                  <a:close/>
                </a:path>
              </a:pathLst>
            </a:custGeom>
            <a:solidFill>
              <a:srgbClr val="6A9AFF"/>
            </a:solidFill>
            <a:ln>
              <a:noFill/>
            </a:ln>
          </p:spPr>
        </p:sp>
        <p:sp>
          <p:nvSpPr>
            <p:cNvPr id="16" name="footer-logo-l reflection band 3"/>
            <p:cNvSpPr/>
            <p:nvPr/>
          </p:nvSpPr>
          <p:spPr>
            <a:xfrm>
              <a:off x="641350" y="234950"/>
              <a:ext cx="69850" cy="19050"/>
            </a:xfrm>
            <a:custGeom>
              <a:avLst/>
              <a:gdLst/>
              <a:ahLst/>
              <a:cxnLst/>
              <a:rect l="0" t="0" r="r" b="b"/>
              <a:pathLst>
                <a:path w="1100" h="300">
                  <a:moveTo>
                    <a:pt x="1083" y="68"/>
                  </a:moveTo>
                  <a:lnTo>
                    <a:pt x="1083" y="211"/>
                  </a:lnTo>
                  <a:lnTo>
                    <a:pt x="88" y="211"/>
                  </a:lnTo>
                  <a:lnTo>
                    <a:pt x="88" y="68"/>
                  </a:lnTo>
                  <a:lnTo>
                    <a:pt x="1083" y="68"/>
                  </a:lnTo>
                  <a:close/>
                </a:path>
              </a:pathLst>
            </a:custGeom>
            <a:solidFill>
              <a:srgbClr val="5B87E6"/>
            </a:solidFill>
            <a:ln>
              <a:noFill/>
            </a:ln>
          </p:spPr>
        </p:sp>
        <p:sp>
          <p:nvSpPr>
            <p:cNvPr id="17" name="footer-logo-l reflection band 4"/>
            <p:cNvSpPr/>
            <p:nvPr/>
          </p:nvSpPr>
          <p:spPr>
            <a:xfrm>
              <a:off x="685800" y="254000"/>
              <a:ext cx="69850" cy="12700"/>
            </a:xfrm>
            <a:custGeom>
              <a:avLst/>
              <a:gdLst/>
              <a:ahLst/>
              <a:cxnLst/>
              <a:rect l="0" t="0" r="r" b="b"/>
              <a:pathLst>
                <a:path w="1100" h="200">
                  <a:moveTo>
                    <a:pt x="1071" y="28"/>
                  </a:moveTo>
                  <a:lnTo>
                    <a:pt x="1071" y="171"/>
                  </a:lnTo>
                  <a:lnTo>
                    <a:pt x="77" y="171"/>
                  </a:lnTo>
                  <a:lnTo>
                    <a:pt x="77" y="28"/>
                  </a:lnTo>
                  <a:lnTo>
                    <a:pt x="1071" y="28"/>
                  </a:lnTo>
                  <a:close/>
                </a:path>
              </a:pathLst>
            </a:custGeom>
            <a:solidFill>
              <a:srgbClr val="5B87E6"/>
            </a:solidFill>
            <a:ln>
              <a:noFill/>
            </a:ln>
          </p:spPr>
        </p:sp>
        <p:sp>
          <p:nvSpPr>
            <p:cNvPr id="18" name="footer-logo-l reflection band 5"/>
            <p:cNvSpPr/>
            <p:nvPr/>
          </p:nvSpPr>
          <p:spPr>
            <a:xfrm>
              <a:off x="641350" y="266700"/>
              <a:ext cx="69850" cy="19050"/>
            </a:xfrm>
            <a:custGeom>
              <a:avLst/>
              <a:gdLst/>
              <a:ahLst/>
              <a:cxnLst/>
              <a:rect l="0" t="0" r="r" b="b"/>
              <a:pathLst>
                <a:path w="1100" h="300">
                  <a:moveTo>
                    <a:pt x="1006" y="88"/>
                  </a:moveTo>
                  <a:lnTo>
                    <a:pt x="1006" y="230"/>
                  </a:lnTo>
                  <a:lnTo>
                    <a:pt x="12" y="230"/>
                  </a:lnTo>
                  <a:lnTo>
                    <a:pt x="12" y="88"/>
                  </a:lnTo>
                  <a:lnTo>
                    <a:pt x="1006" y="88"/>
                  </a:lnTo>
                  <a:close/>
                </a:path>
              </a:pathLst>
            </a:custGeom>
            <a:solidFill>
              <a:srgbClr val="4A6FC0"/>
            </a:solidFill>
            <a:ln>
              <a:noFill/>
            </a:ln>
          </p:spPr>
        </p:sp>
        <p:sp>
          <p:nvSpPr>
            <p:cNvPr id="19" name="footer-logo-l reflection band 6"/>
            <p:cNvSpPr/>
            <p:nvPr/>
          </p:nvSpPr>
          <p:spPr>
            <a:xfrm>
              <a:off x="692150" y="285750"/>
              <a:ext cx="69850" cy="12700"/>
            </a:xfrm>
            <a:custGeom>
              <a:avLst/>
              <a:gdLst/>
              <a:ahLst/>
              <a:cxnLst/>
              <a:rect l="0" t="0" r="r" b="b"/>
              <a:pathLst>
                <a:path w="1100" h="200">
                  <a:moveTo>
                    <a:pt x="1048" y="47"/>
                  </a:moveTo>
                  <a:lnTo>
                    <a:pt x="1048" y="190"/>
                  </a:lnTo>
                  <a:lnTo>
                    <a:pt x="53" y="190"/>
                  </a:lnTo>
                  <a:lnTo>
                    <a:pt x="53" y="47"/>
                  </a:lnTo>
                  <a:lnTo>
                    <a:pt x="1048" y="47"/>
                  </a:lnTo>
                  <a:close/>
                </a:path>
              </a:pathLst>
            </a:custGeom>
            <a:solidFill>
              <a:srgbClr val="4A6FC0"/>
            </a:solidFill>
            <a:ln>
              <a:noFill/>
            </a:ln>
          </p:spPr>
        </p:sp>
        <p:sp>
          <p:nvSpPr>
            <p:cNvPr id="20" name="footer-logo-l reflection band 7"/>
            <p:cNvSpPr/>
            <p:nvPr/>
          </p:nvSpPr>
          <p:spPr>
            <a:xfrm>
              <a:off x="647700" y="304800"/>
              <a:ext cx="69850" cy="12700"/>
            </a:xfrm>
            <a:custGeom>
              <a:avLst/>
              <a:gdLst/>
              <a:ahLst/>
              <a:cxnLst/>
              <a:rect l="0" t="0" r="r" b="b"/>
              <a:pathLst>
                <a:path w="1100" h="200">
                  <a:moveTo>
                    <a:pt x="1059" y="7"/>
                  </a:moveTo>
                  <a:lnTo>
                    <a:pt x="1059" y="149"/>
                  </a:lnTo>
                  <a:lnTo>
                    <a:pt x="65" y="149"/>
                  </a:lnTo>
                  <a:lnTo>
                    <a:pt x="65" y="7"/>
                  </a:lnTo>
                  <a:lnTo>
                    <a:pt x="1059" y="7"/>
                  </a:lnTo>
                  <a:close/>
                </a:path>
              </a:pathLst>
            </a:custGeom>
            <a:solidFill>
              <a:srgbClr val="3A5288"/>
            </a:solidFill>
            <a:ln>
              <a:noFill/>
            </a:ln>
          </p:spPr>
        </p:sp>
      </p:grpSp>
      <p:sp>
        <p:nvSpPr>
          <p:cNvPr id="22" name="page-num"/>
          <p:cNvSpPr txBox="1"/>
          <p:nvPr/>
        </p:nvSpPr>
        <p:spPr>
          <a:xfrm>
            <a:off x="10604500" y="6206744"/>
            <a:ext cx="781050" cy="194056"/>
          </a:xfrm>
          <a:prstGeom prst="rect">
            <a:avLst/>
          </a:prstGeom>
          <a:noFill/>
        </p:spPr>
        <p:txBody>
          <a:bodyPr wrap="square" lIns="0" tIns="0" rIns="0" bIns="0" rtlCol="0" anchor="t">
            <a:noAutofit/>
          </a:bodyPr>
          <a:lstStyle/>
          <a:p>
            <a:pPr algn="l">
              <a:lnSpc>
                <a:spcPts val="1734"/>
              </a:lnSpc>
              <a:buNone/>
            </a:pPr>
            <a:r>
              <a:rPr lang="en-US" sz="1200" dirty="0">
                <a:solidFill>
                  <a:srgbClr val="AEB7CA"/>
                </a:solidFill>
                <a:latin typeface="JetBrains Mono"/>
                <a:ea typeface="JetBrains Mono"/>
                <a:cs typeface="JetBrains Mono"/>
              </a:rPr>
              <a:t>6 / 12</a:t>
            </a:r>
            <a:endParaRPr lang="en-US" sz="1200" dirty="0"/>
          </a:p>
        </p:txBody>
      </p:sp>
      <p:sp>
        <p:nvSpPr>
          <p:cNvPr id="23" name="kicker"/>
          <p:cNvSpPr txBox="1"/>
          <p:nvPr/>
        </p:nvSpPr>
        <p:spPr>
          <a:xfrm>
            <a:off x="889000" y="559816"/>
            <a:ext cx="25400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CREATIVE AUTOMATION</a:t>
            </a:r>
            <a:endParaRPr lang="en-US" sz="1400" dirty="0"/>
          </a:p>
        </p:txBody>
      </p:sp>
      <p:sp>
        <p:nvSpPr>
          <p:cNvPr id="24" name="headline"/>
          <p:cNvSpPr>
            <a:spLocks noGrp="1"/>
          </p:cNvSpPr>
          <p:nvPr>
            <p:ph type="title"/>
          </p:nvPr>
        </p:nvSpPr>
        <p:spPr>
          <a:xfrm>
            <a:off x="889000" y="1316078"/>
            <a:ext cx="9636125" cy="550822"/>
          </a:xfrm>
          <a:prstGeom prst="rect">
            <a:avLst/>
          </a:prstGeom>
          <a:noFill/>
        </p:spPr>
        <p:txBody>
          <a:bodyPr wrap="square" lIns="0" tIns="0" rIns="0" bIns="0" rtlCol="0" anchor="t">
            <a:noAutofit/>
          </a:bodyPr>
          <a:lstStyle/>
          <a:p>
            <a:pPr algn="l">
              <a:lnSpc>
                <a:spcPts val="4324"/>
              </a:lnSpc>
              <a:spcBef>
                <a:spcPts val="0"/>
              </a:spcBef>
              <a:spcAft>
                <a:spcPts val="0"/>
              </a:spcAft>
              <a:buNone/>
            </a:pPr>
            <a:r>
              <a:rPr lang="en-US" sz="4700" b="1" dirty="0">
                <a:solidFill>
                  <a:srgbClr val="FFFFFF"/>
                </a:solidFill>
                <a:latin typeface="Inter Tight"/>
                <a:ea typeface="Inter Tight"/>
                <a:cs typeface="Inter Tight"/>
              </a:rPr>
              <a:t>One recipe. </a:t>
            </a:r>
            <a:r>
              <a:rPr lang="en-US" sz="4700" b="1" dirty="0">
                <a:solidFill>
                  <a:srgbClr val="6A9AFF"/>
                </a:solidFill>
                <a:latin typeface="Inter Tight"/>
                <a:ea typeface="Inter Tight"/>
                <a:cs typeface="Inter Tight"/>
              </a:rPr>
              <a:t>Plenty of posts.</a:t>
            </a:r>
            <a:endParaRPr lang="en-US" sz="4700" dirty="0"/>
          </a:p>
        </p:txBody>
      </p:sp>
      <p:sp>
        <p:nvSpPr>
          <p:cNvPr id="25" name="campaign-base"/>
          <p:cNvSpPr/>
          <p:nvPr/>
        </p:nvSpPr>
        <p:spPr>
          <a:xfrm>
            <a:off x="889000" y="2476500"/>
            <a:ext cx="6096000" cy="2921000"/>
          </a:xfrm>
          <a:prstGeom prst="roundRect">
            <a:avLst>
              <a:gd name="adj" fmla="val 3913"/>
            </a:avLst>
          </a:prstGeom>
          <a:solidFill>
            <a:srgbClr val="2F3647"/>
          </a:solidFill>
          <a:ln>
            <a:noFill/>
          </a:ln>
        </p:spPr>
      </p:sp>
      <p:pic>
        <p:nvPicPr>
          <p:cNvPr id="26" name="campaign" descr="campaign"/>
          <p:cNvPicPr>
            <a:picLocks noChangeAspect="1"/>
          </p:cNvPicPr>
          <p:nvPr/>
        </p:nvPicPr>
        <p:blipFill>
          <a:blip r:embed="rId3"/>
          <a:stretch>
            <a:fillRect/>
          </a:stretch>
        </p:blipFill>
        <p:spPr>
          <a:xfrm>
            <a:off x="889000" y="2476500"/>
            <a:ext cx="6096000" cy="2921000"/>
          </a:xfrm>
          <a:prstGeom prst="rect">
            <a:avLst/>
          </a:prstGeom>
        </p:spPr>
      </p:pic>
      <p:sp>
        <p:nvSpPr>
          <p:cNvPr id="27" name="repeat-note"/>
          <p:cNvSpPr txBox="1"/>
          <p:nvPr/>
        </p:nvSpPr>
        <p:spPr>
          <a:xfrm>
            <a:off x="7556500" y="2625244"/>
            <a:ext cx="3619500" cy="2321406"/>
          </a:xfrm>
          <a:prstGeom prst="rect">
            <a:avLst/>
          </a:prstGeom>
          <a:noFill/>
        </p:spPr>
        <p:txBody>
          <a:bodyPr wrap="square" lIns="0" tIns="0" rIns="0" bIns="0" rtlCol="0" anchor="t">
            <a:noAutofit/>
          </a:bodyPr>
          <a:lstStyle/>
          <a:p>
            <a:pPr algn="l">
              <a:lnSpc>
                <a:spcPts val="2275"/>
              </a:lnSpc>
              <a:spcBef>
                <a:spcPts val="0"/>
              </a:spcBef>
              <a:spcAft>
                <a:spcPts val="0"/>
              </a:spcAft>
              <a:buNone/>
            </a:pPr>
            <a:r>
              <a:rPr lang="en-US" sz="1750" dirty="0">
                <a:solidFill>
                  <a:srgbClr val="FFFFFF"/>
                </a:solidFill>
                <a:latin typeface="Inter"/>
                <a:ea typeface="Inter"/>
                <a:cs typeface="Inter"/>
              </a:rPr>
              <a:t>Typed inputs + variables</a:t>
            </a:r>
            <a:endParaRPr lang="en-US" sz="1750" dirty="0"/>
          </a:p>
          <a:p>
            <a:pPr algn="l">
              <a:lnSpc>
                <a:spcPts val="2275"/>
              </a:lnSpc>
              <a:spcBef>
                <a:spcPts val="0"/>
              </a:spcBef>
              <a:spcAft>
                <a:spcPts val="0"/>
              </a:spcAft>
              <a:buNone/>
            </a:pPr>
            <a:endParaRPr lang="en-US" sz="1750" dirty="0"/>
          </a:p>
          <a:p>
            <a:pPr algn="l">
              <a:lnSpc>
                <a:spcPts val="2275"/>
              </a:lnSpc>
              <a:spcBef>
                <a:spcPts val="0"/>
              </a:spcBef>
              <a:spcAft>
                <a:spcPts val="0"/>
              </a:spcAft>
              <a:buNone/>
            </a:pPr>
            <a:r>
              <a:rPr lang="en-US" sz="1750" dirty="0">
                <a:solidFill>
                  <a:srgbClr val="FFFFFF"/>
                </a:solidFill>
                <a:latin typeface="Inter"/>
                <a:ea typeface="Inter"/>
                <a:cs typeface="Inter"/>
              </a:rPr>
              <a:t>Text fitting + saved checks</a:t>
            </a:r>
            <a:endParaRPr lang="en-US" sz="1750" dirty="0"/>
          </a:p>
          <a:p>
            <a:pPr algn="l">
              <a:lnSpc>
                <a:spcPts val="2275"/>
              </a:lnSpc>
              <a:spcBef>
                <a:spcPts val="0"/>
              </a:spcBef>
              <a:spcAft>
                <a:spcPts val="0"/>
              </a:spcAft>
              <a:buNone/>
            </a:pPr>
            <a:endParaRPr lang="en-US" sz="1750" dirty="0"/>
          </a:p>
          <a:p>
            <a:pPr algn="l">
              <a:lnSpc>
                <a:spcPts val="2275"/>
              </a:lnSpc>
              <a:spcBef>
                <a:spcPts val="0"/>
              </a:spcBef>
              <a:spcAft>
                <a:spcPts val="0"/>
              </a:spcAft>
              <a:buNone/>
            </a:pPr>
            <a:r>
              <a:rPr lang="en-US" sz="1750" dirty="0">
                <a:solidFill>
                  <a:srgbClr val="FFFFFF"/>
                </a:solidFill>
                <a:latin typeface="Inter"/>
                <a:ea typeface="Inter"/>
                <a:cs typeface="Inter"/>
              </a:rPr>
              <a:t>CSV-driven batches</a:t>
            </a:r>
            <a:endParaRPr lang="en-US" sz="1750" dirty="0"/>
          </a:p>
          <a:p>
            <a:pPr algn="l">
              <a:lnSpc>
                <a:spcPts val="2275"/>
              </a:lnSpc>
              <a:spcBef>
                <a:spcPts val="0"/>
              </a:spcBef>
              <a:spcAft>
                <a:spcPts val="0"/>
              </a:spcAft>
              <a:buNone/>
            </a:pPr>
            <a:endParaRPr lang="en-US" sz="1750" dirty="0"/>
          </a:p>
          <a:p>
            <a:pPr algn="l">
              <a:lnSpc>
                <a:spcPts val="2275"/>
              </a:lnSpc>
              <a:spcBef>
                <a:spcPts val="0"/>
              </a:spcBef>
              <a:spcAft>
                <a:spcPts val="0"/>
              </a:spcAft>
              <a:buNone/>
            </a:pPr>
            <a:r>
              <a:rPr lang="en-US" sz="1750" dirty="0">
                <a:solidFill>
                  <a:srgbClr val="FFFFFF"/>
                </a:solidFill>
                <a:latin typeface="Inter"/>
                <a:ea typeface="Inter"/>
                <a:cs typeface="Inter"/>
              </a:rPr>
              <a:t>Reusable containers and templates</a:t>
            </a:r>
            <a:endParaRPr lang="en-US" sz="17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motion">
    <p:bg>
      <p:bgPr>
        <a:solidFill>
          <a:srgbClr val="252B39"/>
        </a:solidFill>
        <a:effectLst/>
      </p:bgPr>
    </p:bg>
    <p:spTree>
      <p:nvGrpSpPr>
        <p:cNvPr id="1" name=""/>
        <p:cNvGrpSpPr/>
        <p:nvPr/>
      </p:nvGrpSpPr>
      <p:grpSpPr>
        <a:xfrm>
          <a:off x="0" y="0"/>
          <a:ext cx="0" cy="0"/>
          <a:chOff x="0" y="0"/>
          <a:chExt cx="0" cy="0"/>
        </a:xfrm>
      </p:grpSpPr>
      <p:grpSp>
        <p:nvGrpSpPr>
          <p:cNvPr id="21" name="footer-logo"/>
          <p:cNvGrpSpPr/>
          <p:nvPr/>
        </p:nvGrpSpPr>
        <p:grpSpPr>
          <a:xfrm>
            <a:off x="1047750" y="6127750"/>
            <a:ext cx="762000" cy="323850"/>
            <a:chOff x="0" y="0"/>
            <a:chExt cx="762000" cy="323850"/>
          </a:xfrm>
        </p:grpSpPr>
        <p:sp>
          <p:nvSpPr>
            <p:cNvPr id="2" name="footer-logo-v"/>
            <p:cNvSpPr/>
            <p:nvPr/>
          </p:nvSpPr>
          <p:spPr>
            <a:xfrm>
              <a:off x="0" y="88900"/>
              <a:ext cx="247650" cy="234950"/>
            </a:xfrm>
            <a:custGeom>
              <a:avLst/>
              <a:gdLst/>
              <a:ahLst/>
              <a:cxnLst/>
              <a:rect l="0" t="0" r="r" b="b"/>
              <a:pathLst>
                <a:path w="3900" h="3700">
                  <a:moveTo>
                    <a:pt x="52" y="32"/>
                  </a:moveTo>
                  <a:lnTo>
                    <a:pt x="1116" y="32"/>
                  </a:lnTo>
                  <a:lnTo>
                    <a:pt x="1965" y="2266"/>
                  </a:lnTo>
                  <a:lnTo>
                    <a:pt x="2813" y="32"/>
                  </a:lnTo>
                  <a:lnTo>
                    <a:pt x="3877" y="32"/>
                  </a:lnTo>
                  <a:lnTo>
                    <a:pt x="2497" y="3666"/>
                  </a:lnTo>
                  <a:lnTo>
                    <a:pt x="1433" y="3666"/>
                  </a:lnTo>
                  <a:lnTo>
                    <a:pt x="52" y="32"/>
                  </a:lnTo>
                  <a:close/>
                </a:path>
              </a:pathLst>
            </a:custGeom>
            <a:solidFill>
              <a:srgbClr val="FFFFFF"/>
            </a:solidFill>
            <a:ln>
              <a:noFill/>
            </a:ln>
          </p:spPr>
        </p:sp>
        <p:sp>
          <p:nvSpPr>
            <p:cNvPr id="3" name="footer-logo-i stem"/>
            <p:cNvSpPr/>
            <p:nvPr/>
          </p:nvSpPr>
          <p:spPr>
            <a:xfrm>
              <a:off x="285750" y="88900"/>
              <a:ext cx="69850" cy="234950"/>
            </a:xfrm>
            <a:custGeom>
              <a:avLst/>
              <a:gdLst/>
              <a:ahLst/>
              <a:cxnLst/>
              <a:rect l="0" t="0" r="r" b="b"/>
              <a:pathLst>
                <a:path w="1100" h="3700">
                  <a:moveTo>
                    <a:pt x="27" y="32"/>
                  </a:moveTo>
                  <a:lnTo>
                    <a:pt x="1022" y="32"/>
                  </a:lnTo>
                  <a:lnTo>
                    <a:pt x="1022" y="3666"/>
                  </a:lnTo>
                  <a:lnTo>
                    <a:pt x="27" y="3666"/>
                  </a:lnTo>
                  <a:lnTo>
                    <a:pt x="27" y="32"/>
                  </a:lnTo>
                  <a:close/>
                </a:path>
              </a:pathLst>
            </a:custGeom>
            <a:solidFill>
              <a:srgbClr val="FFFFFF"/>
            </a:solidFill>
            <a:ln>
              <a:noFill/>
            </a:ln>
          </p:spPr>
        </p:sp>
        <p:sp>
          <p:nvSpPr>
            <p:cNvPr id="4" name="footer-logo-i dot"/>
            <p:cNvSpPr/>
            <p:nvPr/>
          </p:nvSpPr>
          <p:spPr>
            <a:xfrm>
              <a:off x="285750" y="0"/>
              <a:ext cx="69850" cy="69850"/>
            </a:xfrm>
            <a:custGeom>
              <a:avLst/>
              <a:gdLst/>
              <a:ahLst/>
              <a:cxnLst/>
              <a:rect l="0" t="0" r="r" b="b"/>
              <a:pathLst>
                <a:path w="1100" h="1100">
                  <a:moveTo>
                    <a:pt x="27" y="17"/>
                  </a:moveTo>
                  <a:lnTo>
                    <a:pt x="1022" y="17"/>
                  </a:lnTo>
                  <a:lnTo>
                    <a:pt x="1022" y="1012"/>
                  </a:lnTo>
                  <a:lnTo>
                    <a:pt x="27" y="1012"/>
                  </a:lnTo>
                  <a:lnTo>
                    <a:pt x="27" y="17"/>
                  </a:lnTo>
                  <a:close/>
                </a:path>
              </a:pathLst>
            </a:custGeom>
            <a:solidFill>
              <a:srgbClr val="FFFFFF"/>
            </a:solidFill>
            <a:ln>
              <a:noFill/>
            </a:ln>
          </p:spPr>
        </p:sp>
        <p:sp>
          <p:nvSpPr>
            <p:cNvPr id="5" name="footer-logo-x"/>
            <p:cNvSpPr/>
            <p:nvPr/>
          </p:nvSpPr>
          <p:spPr>
            <a:xfrm>
              <a:off x="387350" y="88900"/>
              <a:ext cx="241300" cy="120650"/>
            </a:xfrm>
            <a:custGeom>
              <a:avLst/>
              <a:gdLst/>
              <a:ahLst/>
              <a:cxnLst/>
              <a:rect l="0" t="0" r="r" b="b"/>
              <a:pathLst>
                <a:path w="3800" h="1900">
                  <a:moveTo>
                    <a:pt x="72" y="32"/>
                  </a:moveTo>
                  <a:lnTo>
                    <a:pt x="1269" y="32"/>
                  </a:lnTo>
                  <a:lnTo>
                    <a:pt x="1889" y="956"/>
                  </a:lnTo>
                  <a:lnTo>
                    <a:pt x="2509" y="32"/>
                  </a:lnTo>
                  <a:lnTo>
                    <a:pt x="3706" y="32"/>
                  </a:lnTo>
                  <a:lnTo>
                    <a:pt x="2488" y="1849"/>
                  </a:lnTo>
                  <a:lnTo>
                    <a:pt x="1290" y="1849"/>
                  </a:lnTo>
                  <a:lnTo>
                    <a:pt x="72" y="32"/>
                  </a:lnTo>
                  <a:close/>
                </a:path>
              </a:pathLst>
            </a:custGeom>
            <a:solidFill>
              <a:srgbClr val="FFFFFF"/>
            </a:solidFill>
            <a:ln>
              <a:noFill/>
            </a:ln>
          </p:spPr>
        </p:sp>
        <p:sp>
          <p:nvSpPr>
            <p:cNvPr id="6" name="footer-logo-x reflection band 1"/>
            <p:cNvSpPr/>
            <p:nvPr/>
          </p:nvSpPr>
          <p:spPr>
            <a:xfrm>
              <a:off x="457200" y="203200"/>
              <a:ext cx="95250" cy="12700"/>
            </a:xfrm>
            <a:custGeom>
              <a:avLst/>
              <a:gdLst/>
              <a:ahLst/>
              <a:cxnLst/>
              <a:rect l="0" t="0" r="r" b="b"/>
              <a:pathLst>
                <a:path w="1500" h="200">
                  <a:moveTo>
                    <a:pt x="1483" y="192"/>
                  </a:moveTo>
                  <a:lnTo>
                    <a:pt x="1388" y="49"/>
                  </a:lnTo>
                  <a:lnTo>
                    <a:pt x="190" y="49"/>
                  </a:lnTo>
                  <a:lnTo>
                    <a:pt x="95" y="192"/>
                  </a:lnTo>
                  <a:lnTo>
                    <a:pt x="1483" y="192"/>
                  </a:lnTo>
                  <a:close/>
                </a:path>
              </a:pathLst>
            </a:custGeom>
            <a:solidFill>
              <a:srgbClr val="6A9AFF"/>
            </a:solidFill>
            <a:ln>
              <a:noFill/>
            </a:ln>
          </p:spPr>
        </p:sp>
        <p:sp>
          <p:nvSpPr>
            <p:cNvPr id="7" name="footer-logo-x reflection band 2"/>
            <p:cNvSpPr/>
            <p:nvPr/>
          </p:nvSpPr>
          <p:spPr>
            <a:xfrm>
              <a:off x="469900" y="222250"/>
              <a:ext cx="114300" cy="12700"/>
            </a:xfrm>
            <a:custGeom>
              <a:avLst/>
              <a:gdLst/>
              <a:ahLst/>
              <a:cxnLst/>
              <a:rect l="0" t="0" r="r" b="b"/>
              <a:pathLst>
                <a:path w="1800" h="200">
                  <a:moveTo>
                    <a:pt x="1763" y="152"/>
                  </a:moveTo>
                  <a:lnTo>
                    <a:pt x="1668" y="9"/>
                  </a:lnTo>
                  <a:lnTo>
                    <a:pt x="122" y="9"/>
                  </a:lnTo>
                  <a:lnTo>
                    <a:pt x="27" y="152"/>
                  </a:lnTo>
                  <a:lnTo>
                    <a:pt x="1763" y="152"/>
                  </a:lnTo>
                  <a:close/>
                </a:path>
              </a:pathLst>
            </a:custGeom>
            <a:solidFill>
              <a:srgbClr val="6A9AFF"/>
            </a:solidFill>
            <a:ln>
              <a:noFill/>
            </a:ln>
          </p:spPr>
        </p:sp>
        <p:sp>
          <p:nvSpPr>
            <p:cNvPr id="8" name="footer-logo-x reflection band 3"/>
            <p:cNvSpPr/>
            <p:nvPr/>
          </p:nvSpPr>
          <p:spPr>
            <a:xfrm>
              <a:off x="419100" y="234950"/>
              <a:ext cx="139700" cy="19050"/>
            </a:xfrm>
            <a:custGeom>
              <a:avLst/>
              <a:gdLst/>
              <a:ahLst/>
              <a:cxnLst/>
              <a:rect l="0" t="0" r="r" b="b"/>
              <a:pathLst>
                <a:path w="2200" h="300">
                  <a:moveTo>
                    <a:pt x="2164" y="211"/>
                  </a:moveTo>
                  <a:lnTo>
                    <a:pt x="2068" y="68"/>
                  </a:lnTo>
                  <a:lnTo>
                    <a:pt x="175" y="68"/>
                  </a:lnTo>
                  <a:lnTo>
                    <a:pt x="79" y="211"/>
                  </a:lnTo>
                  <a:lnTo>
                    <a:pt x="2164" y="211"/>
                  </a:lnTo>
                  <a:close/>
                </a:path>
              </a:pathLst>
            </a:custGeom>
            <a:solidFill>
              <a:srgbClr val="5B87E6"/>
            </a:solidFill>
            <a:ln>
              <a:noFill/>
            </a:ln>
          </p:spPr>
        </p:sp>
        <p:sp>
          <p:nvSpPr>
            <p:cNvPr id="9" name="footer-logo-x reflection band 4"/>
            <p:cNvSpPr/>
            <p:nvPr/>
          </p:nvSpPr>
          <p:spPr>
            <a:xfrm>
              <a:off x="450850" y="254000"/>
              <a:ext cx="165100" cy="12700"/>
            </a:xfrm>
            <a:custGeom>
              <a:avLst/>
              <a:gdLst/>
              <a:ahLst/>
              <a:cxnLst/>
              <a:rect l="0" t="0" r="r" b="b"/>
              <a:pathLst>
                <a:path w="2600" h="200">
                  <a:moveTo>
                    <a:pt x="1291" y="171"/>
                  </a:moveTo>
                  <a:lnTo>
                    <a:pt x="1310" y="142"/>
                  </a:lnTo>
                  <a:lnTo>
                    <a:pt x="1329" y="171"/>
                  </a:lnTo>
                  <a:lnTo>
                    <a:pt x="2526" y="171"/>
                  </a:lnTo>
                  <a:lnTo>
                    <a:pt x="2430" y="28"/>
                  </a:lnTo>
                  <a:lnTo>
                    <a:pt x="189" y="28"/>
                  </a:lnTo>
                  <a:lnTo>
                    <a:pt x="93" y="171"/>
                  </a:lnTo>
                  <a:lnTo>
                    <a:pt x="1291" y="171"/>
                  </a:lnTo>
                  <a:close/>
                </a:path>
              </a:pathLst>
            </a:custGeom>
            <a:solidFill>
              <a:srgbClr val="5B87E6"/>
            </a:solidFill>
            <a:ln>
              <a:noFill/>
            </a:ln>
          </p:spPr>
        </p:sp>
        <p:sp>
          <p:nvSpPr>
            <p:cNvPr id="10" name="footer-logo-x reflection band 5"/>
            <p:cNvSpPr/>
            <p:nvPr/>
          </p:nvSpPr>
          <p:spPr>
            <a:xfrm>
              <a:off x="393700" y="266700"/>
              <a:ext cx="184150" cy="19050"/>
            </a:xfrm>
            <a:custGeom>
              <a:avLst/>
              <a:gdLst/>
              <a:ahLst/>
              <a:cxnLst/>
              <a:rect l="0" t="0" r="r" b="b"/>
              <a:pathLst>
                <a:path w="2900" h="300">
                  <a:moveTo>
                    <a:pt x="1252" y="230"/>
                  </a:moveTo>
                  <a:lnTo>
                    <a:pt x="1347" y="88"/>
                  </a:lnTo>
                  <a:lnTo>
                    <a:pt x="1542" y="88"/>
                  </a:lnTo>
                  <a:lnTo>
                    <a:pt x="1638" y="230"/>
                  </a:lnTo>
                  <a:lnTo>
                    <a:pt x="2835" y="230"/>
                  </a:lnTo>
                  <a:lnTo>
                    <a:pt x="2740" y="88"/>
                  </a:lnTo>
                  <a:lnTo>
                    <a:pt x="150" y="88"/>
                  </a:lnTo>
                  <a:lnTo>
                    <a:pt x="54" y="230"/>
                  </a:lnTo>
                  <a:lnTo>
                    <a:pt x="1252" y="230"/>
                  </a:lnTo>
                  <a:close/>
                </a:path>
              </a:pathLst>
            </a:custGeom>
            <a:solidFill>
              <a:srgbClr val="4A6FC0"/>
            </a:solidFill>
            <a:ln>
              <a:noFill/>
            </a:ln>
          </p:spPr>
        </p:sp>
        <p:sp>
          <p:nvSpPr>
            <p:cNvPr id="11" name="footer-logo-x reflection band 6"/>
            <p:cNvSpPr/>
            <p:nvPr/>
          </p:nvSpPr>
          <p:spPr>
            <a:xfrm>
              <a:off x="438150" y="285750"/>
              <a:ext cx="203200" cy="12700"/>
            </a:xfrm>
            <a:custGeom>
              <a:avLst/>
              <a:gdLst/>
              <a:ahLst/>
              <a:cxnLst/>
              <a:rect l="0" t="0" r="r" b="b"/>
              <a:pathLst>
                <a:path w="3200" h="200">
                  <a:moveTo>
                    <a:pt x="1219" y="190"/>
                  </a:moveTo>
                  <a:lnTo>
                    <a:pt x="1315" y="47"/>
                  </a:lnTo>
                  <a:lnTo>
                    <a:pt x="1858" y="47"/>
                  </a:lnTo>
                  <a:lnTo>
                    <a:pt x="1953" y="190"/>
                  </a:lnTo>
                  <a:lnTo>
                    <a:pt x="3151" y="190"/>
                  </a:lnTo>
                  <a:lnTo>
                    <a:pt x="3055" y="47"/>
                  </a:lnTo>
                  <a:lnTo>
                    <a:pt x="117" y="47"/>
                  </a:lnTo>
                  <a:lnTo>
                    <a:pt x="22" y="190"/>
                  </a:lnTo>
                  <a:lnTo>
                    <a:pt x="1219" y="190"/>
                  </a:lnTo>
                  <a:close/>
                </a:path>
              </a:pathLst>
            </a:custGeom>
            <a:solidFill>
              <a:srgbClr val="4A6FC0"/>
            </a:solidFill>
            <a:ln>
              <a:noFill/>
            </a:ln>
          </p:spPr>
        </p:sp>
        <p:sp>
          <p:nvSpPr>
            <p:cNvPr id="12" name="footer-logo-x reflection band 7"/>
            <p:cNvSpPr/>
            <p:nvPr/>
          </p:nvSpPr>
          <p:spPr>
            <a:xfrm>
              <a:off x="381000" y="304800"/>
              <a:ext cx="228600" cy="12700"/>
            </a:xfrm>
            <a:custGeom>
              <a:avLst/>
              <a:gdLst/>
              <a:ahLst/>
              <a:cxnLst/>
              <a:rect l="0" t="0" r="r" b="b"/>
              <a:pathLst>
                <a:path w="3600" h="200">
                  <a:moveTo>
                    <a:pt x="1257" y="149"/>
                  </a:moveTo>
                  <a:lnTo>
                    <a:pt x="1352" y="7"/>
                  </a:lnTo>
                  <a:lnTo>
                    <a:pt x="2243" y="7"/>
                  </a:lnTo>
                  <a:lnTo>
                    <a:pt x="2339" y="149"/>
                  </a:lnTo>
                  <a:lnTo>
                    <a:pt x="3536" y="149"/>
                  </a:lnTo>
                  <a:lnTo>
                    <a:pt x="3441" y="7"/>
                  </a:lnTo>
                  <a:lnTo>
                    <a:pt x="155" y="7"/>
                  </a:lnTo>
                  <a:lnTo>
                    <a:pt x="59" y="149"/>
                  </a:lnTo>
                  <a:lnTo>
                    <a:pt x="1257" y="149"/>
                  </a:lnTo>
                  <a:close/>
                </a:path>
              </a:pathLst>
            </a:custGeom>
            <a:solidFill>
              <a:srgbClr val="3A5288"/>
            </a:solidFill>
            <a:ln>
              <a:noFill/>
            </a:ln>
          </p:spPr>
        </p:sp>
        <p:sp>
          <p:nvSpPr>
            <p:cNvPr id="13" name="footer-logo-l"/>
            <p:cNvSpPr/>
            <p:nvPr/>
          </p:nvSpPr>
          <p:spPr>
            <a:xfrm>
              <a:off x="660400" y="0"/>
              <a:ext cx="69850" cy="209550"/>
            </a:xfrm>
            <a:custGeom>
              <a:avLst/>
              <a:gdLst/>
              <a:ahLst/>
              <a:cxnLst/>
              <a:rect l="0" t="0" r="r" b="b"/>
              <a:pathLst>
                <a:path w="1100" h="3300">
                  <a:moveTo>
                    <a:pt x="56" y="17"/>
                  </a:moveTo>
                  <a:lnTo>
                    <a:pt x="1051" y="17"/>
                  </a:lnTo>
                  <a:lnTo>
                    <a:pt x="1051" y="3249"/>
                  </a:lnTo>
                  <a:lnTo>
                    <a:pt x="56" y="3249"/>
                  </a:lnTo>
                  <a:lnTo>
                    <a:pt x="56" y="17"/>
                  </a:lnTo>
                  <a:close/>
                </a:path>
              </a:pathLst>
            </a:custGeom>
            <a:solidFill>
              <a:srgbClr val="FFFFFF"/>
            </a:solidFill>
            <a:ln>
              <a:noFill/>
            </a:ln>
          </p:spPr>
        </p:sp>
        <p:sp>
          <p:nvSpPr>
            <p:cNvPr id="14" name="footer-logo-l reflection band 1"/>
            <p:cNvSpPr/>
            <p:nvPr/>
          </p:nvSpPr>
          <p:spPr>
            <a:xfrm>
              <a:off x="660400" y="203200"/>
              <a:ext cx="69850" cy="12700"/>
            </a:xfrm>
            <a:custGeom>
              <a:avLst/>
              <a:gdLst/>
              <a:ahLst/>
              <a:cxnLst/>
              <a:rect l="0" t="0" r="r" b="b"/>
              <a:pathLst>
                <a:path w="1100" h="200">
                  <a:moveTo>
                    <a:pt x="56" y="49"/>
                  </a:moveTo>
                  <a:lnTo>
                    <a:pt x="1051" y="49"/>
                  </a:lnTo>
                  <a:lnTo>
                    <a:pt x="1051" y="192"/>
                  </a:lnTo>
                  <a:lnTo>
                    <a:pt x="56" y="192"/>
                  </a:lnTo>
                  <a:lnTo>
                    <a:pt x="56" y="49"/>
                  </a:lnTo>
                  <a:close/>
                </a:path>
              </a:pathLst>
            </a:custGeom>
            <a:solidFill>
              <a:srgbClr val="6A9AFF"/>
            </a:solidFill>
            <a:ln>
              <a:noFill/>
            </a:ln>
          </p:spPr>
        </p:sp>
        <p:sp>
          <p:nvSpPr>
            <p:cNvPr id="15" name="footer-logo-l reflection band 2"/>
            <p:cNvSpPr/>
            <p:nvPr/>
          </p:nvSpPr>
          <p:spPr>
            <a:xfrm>
              <a:off x="679450" y="222250"/>
              <a:ext cx="69850" cy="12700"/>
            </a:xfrm>
            <a:custGeom>
              <a:avLst/>
              <a:gdLst/>
              <a:ahLst/>
              <a:cxnLst/>
              <a:rect l="0" t="0" r="r" b="b"/>
              <a:pathLst>
                <a:path w="1100" h="200">
                  <a:moveTo>
                    <a:pt x="1057" y="9"/>
                  </a:moveTo>
                  <a:lnTo>
                    <a:pt x="1057" y="152"/>
                  </a:lnTo>
                  <a:lnTo>
                    <a:pt x="62" y="152"/>
                  </a:lnTo>
                  <a:lnTo>
                    <a:pt x="62" y="9"/>
                  </a:lnTo>
                  <a:lnTo>
                    <a:pt x="1057" y="9"/>
                  </a:lnTo>
                  <a:close/>
                </a:path>
              </a:pathLst>
            </a:custGeom>
            <a:solidFill>
              <a:srgbClr val="6A9AFF"/>
            </a:solidFill>
            <a:ln>
              <a:noFill/>
            </a:ln>
          </p:spPr>
        </p:sp>
        <p:sp>
          <p:nvSpPr>
            <p:cNvPr id="16" name="footer-logo-l reflection band 3"/>
            <p:cNvSpPr/>
            <p:nvPr/>
          </p:nvSpPr>
          <p:spPr>
            <a:xfrm>
              <a:off x="641350" y="234950"/>
              <a:ext cx="69850" cy="19050"/>
            </a:xfrm>
            <a:custGeom>
              <a:avLst/>
              <a:gdLst/>
              <a:ahLst/>
              <a:cxnLst/>
              <a:rect l="0" t="0" r="r" b="b"/>
              <a:pathLst>
                <a:path w="1100" h="300">
                  <a:moveTo>
                    <a:pt x="1083" y="68"/>
                  </a:moveTo>
                  <a:lnTo>
                    <a:pt x="1083" y="211"/>
                  </a:lnTo>
                  <a:lnTo>
                    <a:pt x="88" y="211"/>
                  </a:lnTo>
                  <a:lnTo>
                    <a:pt x="88" y="68"/>
                  </a:lnTo>
                  <a:lnTo>
                    <a:pt x="1083" y="68"/>
                  </a:lnTo>
                  <a:close/>
                </a:path>
              </a:pathLst>
            </a:custGeom>
            <a:solidFill>
              <a:srgbClr val="5B87E6"/>
            </a:solidFill>
            <a:ln>
              <a:noFill/>
            </a:ln>
          </p:spPr>
        </p:sp>
        <p:sp>
          <p:nvSpPr>
            <p:cNvPr id="17" name="footer-logo-l reflection band 4"/>
            <p:cNvSpPr/>
            <p:nvPr/>
          </p:nvSpPr>
          <p:spPr>
            <a:xfrm>
              <a:off x="685800" y="254000"/>
              <a:ext cx="69850" cy="12700"/>
            </a:xfrm>
            <a:custGeom>
              <a:avLst/>
              <a:gdLst/>
              <a:ahLst/>
              <a:cxnLst/>
              <a:rect l="0" t="0" r="r" b="b"/>
              <a:pathLst>
                <a:path w="1100" h="200">
                  <a:moveTo>
                    <a:pt x="1071" y="28"/>
                  </a:moveTo>
                  <a:lnTo>
                    <a:pt x="1071" y="171"/>
                  </a:lnTo>
                  <a:lnTo>
                    <a:pt x="77" y="171"/>
                  </a:lnTo>
                  <a:lnTo>
                    <a:pt x="77" y="28"/>
                  </a:lnTo>
                  <a:lnTo>
                    <a:pt x="1071" y="28"/>
                  </a:lnTo>
                  <a:close/>
                </a:path>
              </a:pathLst>
            </a:custGeom>
            <a:solidFill>
              <a:srgbClr val="5B87E6"/>
            </a:solidFill>
            <a:ln>
              <a:noFill/>
            </a:ln>
          </p:spPr>
        </p:sp>
        <p:sp>
          <p:nvSpPr>
            <p:cNvPr id="18" name="footer-logo-l reflection band 5"/>
            <p:cNvSpPr/>
            <p:nvPr/>
          </p:nvSpPr>
          <p:spPr>
            <a:xfrm>
              <a:off x="641350" y="266700"/>
              <a:ext cx="69850" cy="19050"/>
            </a:xfrm>
            <a:custGeom>
              <a:avLst/>
              <a:gdLst/>
              <a:ahLst/>
              <a:cxnLst/>
              <a:rect l="0" t="0" r="r" b="b"/>
              <a:pathLst>
                <a:path w="1100" h="300">
                  <a:moveTo>
                    <a:pt x="1006" y="88"/>
                  </a:moveTo>
                  <a:lnTo>
                    <a:pt x="1006" y="230"/>
                  </a:lnTo>
                  <a:lnTo>
                    <a:pt x="12" y="230"/>
                  </a:lnTo>
                  <a:lnTo>
                    <a:pt x="12" y="88"/>
                  </a:lnTo>
                  <a:lnTo>
                    <a:pt x="1006" y="88"/>
                  </a:lnTo>
                  <a:close/>
                </a:path>
              </a:pathLst>
            </a:custGeom>
            <a:solidFill>
              <a:srgbClr val="4A6FC0"/>
            </a:solidFill>
            <a:ln>
              <a:noFill/>
            </a:ln>
          </p:spPr>
        </p:sp>
        <p:sp>
          <p:nvSpPr>
            <p:cNvPr id="19" name="footer-logo-l reflection band 6"/>
            <p:cNvSpPr/>
            <p:nvPr/>
          </p:nvSpPr>
          <p:spPr>
            <a:xfrm>
              <a:off x="692150" y="285750"/>
              <a:ext cx="69850" cy="12700"/>
            </a:xfrm>
            <a:custGeom>
              <a:avLst/>
              <a:gdLst/>
              <a:ahLst/>
              <a:cxnLst/>
              <a:rect l="0" t="0" r="r" b="b"/>
              <a:pathLst>
                <a:path w="1100" h="200">
                  <a:moveTo>
                    <a:pt x="1048" y="47"/>
                  </a:moveTo>
                  <a:lnTo>
                    <a:pt x="1048" y="190"/>
                  </a:lnTo>
                  <a:lnTo>
                    <a:pt x="53" y="190"/>
                  </a:lnTo>
                  <a:lnTo>
                    <a:pt x="53" y="47"/>
                  </a:lnTo>
                  <a:lnTo>
                    <a:pt x="1048" y="47"/>
                  </a:lnTo>
                  <a:close/>
                </a:path>
              </a:pathLst>
            </a:custGeom>
            <a:solidFill>
              <a:srgbClr val="4A6FC0"/>
            </a:solidFill>
            <a:ln>
              <a:noFill/>
            </a:ln>
          </p:spPr>
        </p:sp>
        <p:sp>
          <p:nvSpPr>
            <p:cNvPr id="20" name="footer-logo-l reflection band 7"/>
            <p:cNvSpPr/>
            <p:nvPr/>
          </p:nvSpPr>
          <p:spPr>
            <a:xfrm>
              <a:off x="647700" y="304800"/>
              <a:ext cx="69850" cy="12700"/>
            </a:xfrm>
            <a:custGeom>
              <a:avLst/>
              <a:gdLst/>
              <a:ahLst/>
              <a:cxnLst/>
              <a:rect l="0" t="0" r="r" b="b"/>
              <a:pathLst>
                <a:path w="1100" h="200">
                  <a:moveTo>
                    <a:pt x="1059" y="7"/>
                  </a:moveTo>
                  <a:lnTo>
                    <a:pt x="1059" y="149"/>
                  </a:lnTo>
                  <a:lnTo>
                    <a:pt x="65" y="149"/>
                  </a:lnTo>
                  <a:lnTo>
                    <a:pt x="65" y="7"/>
                  </a:lnTo>
                  <a:lnTo>
                    <a:pt x="1059" y="7"/>
                  </a:lnTo>
                  <a:close/>
                </a:path>
              </a:pathLst>
            </a:custGeom>
            <a:solidFill>
              <a:srgbClr val="3A5288"/>
            </a:solidFill>
            <a:ln>
              <a:noFill/>
            </a:ln>
          </p:spPr>
        </p:sp>
      </p:grpSp>
      <p:sp>
        <p:nvSpPr>
          <p:cNvPr id="22" name="page-num"/>
          <p:cNvSpPr txBox="1"/>
          <p:nvPr/>
        </p:nvSpPr>
        <p:spPr>
          <a:xfrm>
            <a:off x="10604500" y="6206744"/>
            <a:ext cx="781050" cy="194056"/>
          </a:xfrm>
          <a:prstGeom prst="rect">
            <a:avLst/>
          </a:prstGeom>
          <a:noFill/>
        </p:spPr>
        <p:txBody>
          <a:bodyPr wrap="square" lIns="0" tIns="0" rIns="0" bIns="0" rtlCol="0" anchor="t">
            <a:noAutofit/>
          </a:bodyPr>
          <a:lstStyle/>
          <a:p>
            <a:pPr algn="l">
              <a:lnSpc>
                <a:spcPts val="1734"/>
              </a:lnSpc>
              <a:buNone/>
            </a:pPr>
            <a:r>
              <a:rPr lang="en-US" sz="1200" dirty="0">
                <a:solidFill>
                  <a:srgbClr val="AEB7CA"/>
                </a:solidFill>
                <a:latin typeface="JetBrains Mono"/>
                <a:ea typeface="JetBrains Mono"/>
                <a:cs typeface="JetBrains Mono"/>
              </a:rPr>
              <a:t>7 / 12</a:t>
            </a:r>
            <a:endParaRPr lang="en-US" sz="1200" dirty="0"/>
          </a:p>
        </p:txBody>
      </p:sp>
      <p:sp>
        <p:nvSpPr>
          <p:cNvPr id="23" name="kicker"/>
          <p:cNvSpPr txBox="1"/>
          <p:nvPr/>
        </p:nvSpPr>
        <p:spPr>
          <a:xfrm>
            <a:off x="889000" y="559994"/>
            <a:ext cx="2270125" cy="214706"/>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MOTION THAT SHIPS</a:t>
            </a:r>
            <a:endParaRPr lang="en-US" sz="1400" dirty="0"/>
          </a:p>
        </p:txBody>
      </p:sp>
      <p:sp>
        <p:nvSpPr>
          <p:cNvPr id="24" name="headline"/>
          <p:cNvSpPr>
            <a:spLocks noGrp="1"/>
          </p:cNvSpPr>
          <p:nvPr>
            <p:ph type="title"/>
          </p:nvPr>
        </p:nvSpPr>
        <p:spPr>
          <a:xfrm>
            <a:off x="889000" y="1316078"/>
            <a:ext cx="5476875" cy="1103272"/>
          </a:xfrm>
          <a:prstGeom prst="rect">
            <a:avLst/>
          </a:prstGeom>
          <a:noFill/>
        </p:spPr>
        <p:txBody>
          <a:bodyPr wrap="square" lIns="0" tIns="0" rIns="0" bIns="0" rtlCol="0" anchor="t">
            <a:noAutofit/>
          </a:bodyPr>
          <a:lstStyle/>
          <a:p>
            <a:pPr algn="l">
              <a:lnSpc>
                <a:spcPts val="4324"/>
              </a:lnSpc>
              <a:spcBef>
                <a:spcPts val="0"/>
              </a:spcBef>
              <a:spcAft>
                <a:spcPts val="0"/>
              </a:spcAft>
              <a:buNone/>
            </a:pPr>
            <a:r>
              <a:rPr lang="en-US" sz="4700" b="1" dirty="0">
                <a:solidFill>
                  <a:srgbClr val="FFFFFF"/>
                </a:solidFill>
                <a:latin typeface="Inter Tight"/>
                <a:ea typeface="Inter Tight"/>
                <a:cs typeface="Inter Tight"/>
              </a:rPr>
              <a:t>Make it move.</a:t>
            </a:r>
            <a:endParaRPr lang="en-US" sz="4700" dirty="0"/>
          </a:p>
          <a:p>
            <a:pPr algn="l">
              <a:lnSpc>
                <a:spcPts val="4324"/>
              </a:lnSpc>
              <a:spcBef>
                <a:spcPts val="0"/>
              </a:spcBef>
              <a:spcAft>
                <a:spcPts val="0"/>
              </a:spcAft>
              <a:buNone/>
            </a:pPr>
            <a:r>
              <a:rPr lang="en-US" sz="4700" b="1" dirty="0">
                <a:solidFill>
                  <a:srgbClr val="6A9AFF"/>
                </a:solidFill>
                <a:latin typeface="Inter Tight"/>
                <a:ea typeface="Inter Tight"/>
                <a:cs typeface="Inter Tight"/>
              </a:rPr>
              <a:t>Ship the states.</a:t>
            </a:r>
            <a:endParaRPr lang="en-US" sz="4700" dirty="0"/>
          </a:p>
        </p:txBody>
      </p:sp>
      <p:sp>
        <p:nvSpPr>
          <p:cNvPr id="25" name="card-0"/>
          <p:cNvSpPr/>
          <p:nvPr/>
        </p:nvSpPr>
        <p:spPr>
          <a:xfrm>
            <a:off x="889000" y="2889250"/>
            <a:ext cx="3302000" cy="2476500"/>
          </a:xfrm>
          <a:prstGeom prst="roundRect">
            <a:avLst>
              <a:gd name="adj" fmla="val 4103"/>
            </a:avLst>
          </a:prstGeom>
          <a:solidFill>
            <a:srgbClr val="2F3647"/>
          </a:solidFill>
          <a:ln>
            <a:noFill/>
          </a:ln>
        </p:spPr>
      </p:sp>
      <p:sp>
        <p:nvSpPr>
          <p:cNvPr id="26" name="number-0"/>
          <p:cNvSpPr txBox="1"/>
          <p:nvPr/>
        </p:nvSpPr>
        <p:spPr>
          <a:xfrm>
            <a:off x="1117600" y="301726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01</a:t>
            </a:r>
            <a:endParaRPr lang="en-US" sz="1400" dirty="0"/>
          </a:p>
        </p:txBody>
      </p:sp>
      <p:sp>
        <p:nvSpPr>
          <p:cNvPr id="27" name="label-0"/>
          <p:cNvSpPr txBox="1"/>
          <p:nvPr/>
        </p:nvSpPr>
        <p:spPr>
          <a:xfrm>
            <a:off x="1117600" y="3544447"/>
            <a:ext cx="1501775" cy="278253"/>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Author</a:t>
            </a:r>
            <a:endParaRPr lang="en-US" sz="2450" dirty="0"/>
          </a:p>
        </p:txBody>
      </p:sp>
      <p:sp>
        <p:nvSpPr>
          <p:cNvPr id="28" name="body-0"/>
          <p:cNvSpPr txBox="1"/>
          <p:nvPr/>
        </p:nvSpPr>
        <p:spPr>
          <a:xfrm>
            <a:off x="1117600" y="4111430"/>
            <a:ext cx="2844800" cy="8542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Keyframes, motion recipes, posable characters, cameras and audio.</a:t>
            </a:r>
            <a:endParaRPr lang="en-US" sz="1700" dirty="0"/>
          </a:p>
        </p:txBody>
      </p:sp>
      <p:sp>
        <p:nvSpPr>
          <p:cNvPr id="29" name="card-1"/>
          <p:cNvSpPr/>
          <p:nvPr/>
        </p:nvSpPr>
        <p:spPr>
          <a:xfrm>
            <a:off x="4445000" y="2889250"/>
            <a:ext cx="3302000" cy="2476500"/>
          </a:xfrm>
          <a:prstGeom prst="roundRect">
            <a:avLst>
              <a:gd name="adj" fmla="val 4103"/>
            </a:avLst>
          </a:prstGeom>
          <a:solidFill>
            <a:srgbClr val="2F3647"/>
          </a:solidFill>
          <a:ln>
            <a:noFill/>
          </a:ln>
        </p:spPr>
      </p:sp>
      <p:sp>
        <p:nvSpPr>
          <p:cNvPr id="30" name="number-1"/>
          <p:cNvSpPr txBox="1"/>
          <p:nvPr/>
        </p:nvSpPr>
        <p:spPr>
          <a:xfrm>
            <a:off x="4673600" y="301726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02</a:t>
            </a:r>
            <a:endParaRPr lang="en-US" sz="1400" dirty="0"/>
          </a:p>
        </p:txBody>
      </p:sp>
      <p:sp>
        <p:nvSpPr>
          <p:cNvPr id="31" name="label-1"/>
          <p:cNvSpPr txBox="1"/>
          <p:nvPr/>
        </p:nvSpPr>
        <p:spPr>
          <a:xfrm>
            <a:off x="4673600" y="3544447"/>
            <a:ext cx="1444625" cy="335403"/>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Export</a:t>
            </a:r>
            <a:endParaRPr lang="en-US" sz="2450" dirty="0"/>
          </a:p>
        </p:txBody>
      </p:sp>
      <p:sp>
        <p:nvSpPr>
          <p:cNvPr id="32" name="body-1"/>
          <p:cNvSpPr txBox="1"/>
          <p:nvPr/>
        </p:nvSpPr>
        <p:spPr>
          <a:xfrm>
            <a:off x="4673600" y="4111430"/>
            <a:ext cx="2844800" cy="8542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GIF, animated WebP, APNG, MP4 and other timeline formats.</a:t>
            </a:r>
            <a:endParaRPr lang="en-US" sz="1700" dirty="0"/>
          </a:p>
        </p:txBody>
      </p:sp>
      <p:sp>
        <p:nvSpPr>
          <p:cNvPr id="33" name="card-2"/>
          <p:cNvSpPr/>
          <p:nvPr/>
        </p:nvSpPr>
        <p:spPr>
          <a:xfrm>
            <a:off x="8001000" y="2889250"/>
            <a:ext cx="3302000" cy="2476500"/>
          </a:xfrm>
          <a:prstGeom prst="roundRect">
            <a:avLst>
              <a:gd name="adj" fmla="val 4103"/>
            </a:avLst>
          </a:prstGeom>
          <a:solidFill>
            <a:srgbClr val="2F3647"/>
          </a:solidFill>
          <a:ln>
            <a:noFill/>
          </a:ln>
        </p:spPr>
      </p:sp>
      <p:sp>
        <p:nvSpPr>
          <p:cNvPr id="34" name="number-2"/>
          <p:cNvSpPr txBox="1"/>
          <p:nvPr/>
        </p:nvSpPr>
        <p:spPr>
          <a:xfrm>
            <a:off x="8229600" y="301726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03</a:t>
            </a:r>
            <a:endParaRPr lang="en-US" sz="1400" dirty="0"/>
          </a:p>
        </p:txBody>
      </p:sp>
      <p:sp>
        <p:nvSpPr>
          <p:cNvPr id="35" name="label-2"/>
          <p:cNvSpPr txBox="1"/>
          <p:nvPr/>
        </p:nvSpPr>
        <p:spPr>
          <a:xfrm>
            <a:off x="8229600" y="3544447"/>
            <a:ext cx="1800225" cy="341753"/>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Integrate</a:t>
            </a:r>
            <a:endParaRPr lang="en-US" sz="2450" dirty="0"/>
          </a:p>
        </p:txBody>
      </p:sp>
      <p:sp>
        <p:nvSpPr>
          <p:cNvPr id="36" name="body-2"/>
          <p:cNvSpPr txBox="1"/>
          <p:nvPr/>
        </p:nvSpPr>
        <p:spPr>
          <a:xfrm>
            <a:off x="8229600" y="4111430"/>
            <a:ext cx="2844800" cy="8542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App states, theme variables, transitions and reduced-motion stills.</a:t>
            </a:r>
            <a:endParaRPr lang="en-US" sz="17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review">
    <p:bg>
      <p:bgPr>
        <a:solidFill>
          <a:srgbClr val="252B39"/>
        </a:solidFill>
        <a:effectLst/>
      </p:bgPr>
    </p:bg>
    <p:spTree>
      <p:nvGrpSpPr>
        <p:cNvPr id="1" name=""/>
        <p:cNvGrpSpPr/>
        <p:nvPr/>
      </p:nvGrpSpPr>
      <p:grpSpPr>
        <a:xfrm>
          <a:off x="0" y="0"/>
          <a:ext cx="0" cy="0"/>
          <a:chOff x="0" y="0"/>
          <a:chExt cx="0" cy="0"/>
        </a:xfrm>
      </p:grpSpPr>
      <p:grpSp>
        <p:nvGrpSpPr>
          <p:cNvPr id="21" name="footer-logo"/>
          <p:cNvGrpSpPr/>
          <p:nvPr/>
        </p:nvGrpSpPr>
        <p:grpSpPr>
          <a:xfrm>
            <a:off x="1047750" y="6127750"/>
            <a:ext cx="762000" cy="323850"/>
            <a:chOff x="0" y="0"/>
            <a:chExt cx="762000" cy="323850"/>
          </a:xfrm>
        </p:grpSpPr>
        <p:sp>
          <p:nvSpPr>
            <p:cNvPr id="2" name="footer-logo-v"/>
            <p:cNvSpPr/>
            <p:nvPr/>
          </p:nvSpPr>
          <p:spPr>
            <a:xfrm>
              <a:off x="0" y="88900"/>
              <a:ext cx="247650" cy="234950"/>
            </a:xfrm>
            <a:custGeom>
              <a:avLst/>
              <a:gdLst/>
              <a:ahLst/>
              <a:cxnLst/>
              <a:rect l="0" t="0" r="r" b="b"/>
              <a:pathLst>
                <a:path w="3900" h="3700">
                  <a:moveTo>
                    <a:pt x="52" y="32"/>
                  </a:moveTo>
                  <a:lnTo>
                    <a:pt x="1116" y="32"/>
                  </a:lnTo>
                  <a:lnTo>
                    <a:pt x="1965" y="2266"/>
                  </a:lnTo>
                  <a:lnTo>
                    <a:pt x="2813" y="32"/>
                  </a:lnTo>
                  <a:lnTo>
                    <a:pt x="3877" y="32"/>
                  </a:lnTo>
                  <a:lnTo>
                    <a:pt x="2497" y="3666"/>
                  </a:lnTo>
                  <a:lnTo>
                    <a:pt x="1433" y="3666"/>
                  </a:lnTo>
                  <a:lnTo>
                    <a:pt x="52" y="32"/>
                  </a:lnTo>
                  <a:close/>
                </a:path>
              </a:pathLst>
            </a:custGeom>
            <a:solidFill>
              <a:srgbClr val="FFFFFF"/>
            </a:solidFill>
            <a:ln>
              <a:noFill/>
            </a:ln>
          </p:spPr>
        </p:sp>
        <p:sp>
          <p:nvSpPr>
            <p:cNvPr id="3" name="footer-logo-i stem"/>
            <p:cNvSpPr/>
            <p:nvPr/>
          </p:nvSpPr>
          <p:spPr>
            <a:xfrm>
              <a:off x="285750" y="88900"/>
              <a:ext cx="69850" cy="234950"/>
            </a:xfrm>
            <a:custGeom>
              <a:avLst/>
              <a:gdLst/>
              <a:ahLst/>
              <a:cxnLst/>
              <a:rect l="0" t="0" r="r" b="b"/>
              <a:pathLst>
                <a:path w="1100" h="3700">
                  <a:moveTo>
                    <a:pt x="27" y="32"/>
                  </a:moveTo>
                  <a:lnTo>
                    <a:pt x="1022" y="32"/>
                  </a:lnTo>
                  <a:lnTo>
                    <a:pt x="1022" y="3666"/>
                  </a:lnTo>
                  <a:lnTo>
                    <a:pt x="27" y="3666"/>
                  </a:lnTo>
                  <a:lnTo>
                    <a:pt x="27" y="32"/>
                  </a:lnTo>
                  <a:close/>
                </a:path>
              </a:pathLst>
            </a:custGeom>
            <a:solidFill>
              <a:srgbClr val="FFFFFF"/>
            </a:solidFill>
            <a:ln>
              <a:noFill/>
            </a:ln>
          </p:spPr>
        </p:sp>
        <p:sp>
          <p:nvSpPr>
            <p:cNvPr id="4" name="footer-logo-i dot"/>
            <p:cNvSpPr/>
            <p:nvPr/>
          </p:nvSpPr>
          <p:spPr>
            <a:xfrm>
              <a:off x="285750" y="0"/>
              <a:ext cx="69850" cy="69850"/>
            </a:xfrm>
            <a:custGeom>
              <a:avLst/>
              <a:gdLst/>
              <a:ahLst/>
              <a:cxnLst/>
              <a:rect l="0" t="0" r="r" b="b"/>
              <a:pathLst>
                <a:path w="1100" h="1100">
                  <a:moveTo>
                    <a:pt x="27" y="17"/>
                  </a:moveTo>
                  <a:lnTo>
                    <a:pt x="1022" y="17"/>
                  </a:lnTo>
                  <a:lnTo>
                    <a:pt x="1022" y="1012"/>
                  </a:lnTo>
                  <a:lnTo>
                    <a:pt x="27" y="1012"/>
                  </a:lnTo>
                  <a:lnTo>
                    <a:pt x="27" y="17"/>
                  </a:lnTo>
                  <a:close/>
                </a:path>
              </a:pathLst>
            </a:custGeom>
            <a:solidFill>
              <a:srgbClr val="FFFFFF"/>
            </a:solidFill>
            <a:ln>
              <a:noFill/>
            </a:ln>
          </p:spPr>
        </p:sp>
        <p:sp>
          <p:nvSpPr>
            <p:cNvPr id="5" name="footer-logo-x"/>
            <p:cNvSpPr/>
            <p:nvPr/>
          </p:nvSpPr>
          <p:spPr>
            <a:xfrm>
              <a:off x="387350" y="88900"/>
              <a:ext cx="241300" cy="120650"/>
            </a:xfrm>
            <a:custGeom>
              <a:avLst/>
              <a:gdLst/>
              <a:ahLst/>
              <a:cxnLst/>
              <a:rect l="0" t="0" r="r" b="b"/>
              <a:pathLst>
                <a:path w="3800" h="1900">
                  <a:moveTo>
                    <a:pt x="72" y="32"/>
                  </a:moveTo>
                  <a:lnTo>
                    <a:pt x="1269" y="32"/>
                  </a:lnTo>
                  <a:lnTo>
                    <a:pt x="1889" y="956"/>
                  </a:lnTo>
                  <a:lnTo>
                    <a:pt x="2509" y="32"/>
                  </a:lnTo>
                  <a:lnTo>
                    <a:pt x="3706" y="32"/>
                  </a:lnTo>
                  <a:lnTo>
                    <a:pt x="2488" y="1849"/>
                  </a:lnTo>
                  <a:lnTo>
                    <a:pt x="1290" y="1849"/>
                  </a:lnTo>
                  <a:lnTo>
                    <a:pt x="72" y="32"/>
                  </a:lnTo>
                  <a:close/>
                </a:path>
              </a:pathLst>
            </a:custGeom>
            <a:solidFill>
              <a:srgbClr val="FFFFFF"/>
            </a:solidFill>
            <a:ln>
              <a:noFill/>
            </a:ln>
          </p:spPr>
        </p:sp>
        <p:sp>
          <p:nvSpPr>
            <p:cNvPr id="6" name="footer-logo-x reflection band 1"/>
            <p:cNvSpPr/>
            <p:nvPr/>
          </p:nvSpPr>
          <p:spPr>
            <a:xfrm>
              <a:off x="457200" y="203200"/>
              <a:ext cx="95250" cy="12700"/>
            </a:xfrm>
            <a:custGeom>
              <a:avLst/>
              <a:gdLst/>
              <a:ahLst/>
              <a:cxnLst/>
              <a:rect l="0" t="0" r="r" b="b"/>
              <a:pathLst>
                <a:path w="1500" h="200">
                  <a:moveTo>
                    <a:pt x="1483" y="192"/>
                  </a:moveTo>
                  <a:lnTo>
                    <a:pt x="1388" y="49"/>
                  </a:lnTo>
                  <a:lnTo>
                    <a:pt x="190" y="49"/>
                  </a:lnTo>
                  <a:lnTo>
                    <a:pt x="95" y="192"/>
                  </a:lnTo>
                  <a:lnTo>
                    <a:pt x="1483" y="192"/>
                  </a:lnTo>
                  <a:close/>
                </a:path>
              </a:pathLst>
            </a:custGeom>
            <a:solidFill>
              <a:srgbClr val="6A9AFF"/>
            </a:solidFill>
            <a:ln>
              <a:noFill/>
            </a:ln>
          </p:spPr>
        </p:sp>
        <p:sp>
          <p:nvSpPr>
            <p:cNvPr id="7" name="footer-logo-x reflection band 2"/>
            <p:cNvSpPr/>
            <p:nvPr/>
          </p:nvSpPr>
          <p:spPr>
            <a:xfrm>
              <a:off x="469900" y="222250"/>
              <a:ext cx="114300" cy="12700"/>
            </a:xfrm>
            <a:custGeom>
              <a:avLst/>
              <a:gdLst/>
              <a:ahLst/>
              <a:cxnLst/>
              <a:rect l="0" t="0" r="r" b="b"/>
              <a:pathLst>
                <a:path w="1800" h="200">
                  <a:moveTo>
                    <a:pt x="1763" y="152"/>
                  </a:moveTo>
                  <a:lnTo>
                    <a:pt x="1668" y="9"/>
                  </a:lnTo>
                  <a:lnTo>
                    <a:pt x="122" y="9"/>
                  </a:lnTo>
                  <a:lnTo>
                    <a:pt x="27" y="152"/>
                  </a:lnTo>
                  <a:lnTo>
                    <a:pt x="1763" y="152"/>
                  </a:lnTo>
                  <a:close/>
                </a:path>
              </a:pathLst>
            </a:custGeom>
            <a:solidFill>
              <a:srgbClr val="6A9AFF"/>
            </a:solidFill>
            <a:ln>
              <a:noFill/>
            </a:ln>
          </p:spPr>
        </p:sp>
        <p:sp>
          <p:nvSpPr>
            <p:cNvPr id="8" name="footer-logo-x reflection band 3"/>
            <p:cNvSpPr/>
            <p:nvPr/>
          </p:nvSpPr>
          <p:spPr>
            <a:xfrm>
              <a:off x="419100" y="234950"/>
              <a:ext cx="139700" cy="19050"/>
            </a:xfrm>
            <a:custGeom>
              <a:avLst/>
              <a:gdLst/>
              <a:ahLst/>
              <a:cxnLst/>
              <a:rect l="0" t="0" r="r" b="b"/>
              <a:pathLst>
                <a:path w="2200" h="300">
                  <a:moveTo>
                    <a:pt x="2164" y="211"/>
                  </a:moveTo>
                  <a:lnTo>
                    <a:pt x="2068" y="68"/>
                  </a:lnTo>
                  <a:lnTo>
                    <a:pt x="175" y="68"/>
                  </a:lnTo>
                  <a:lnTo>
                    <a:pt x="79" y="211"/>
                  </a:lnTo>
                  <a:lnTo>
                    <a:pt x="2164" y="211"/>
                  </a:lnTo>
                  <a:close/>
                </a:path>
              </a:pathLst>
            </a:custGeom>
            <a:solidFill>
              <a:srgbClr val="5B87E6"/>
            </a:solidFill>
            <a:ln>
              <a:noFill/>
            </a:ln>
          </p:spPr>
        </p:sp>
        <p:sp>
          <p:nvSpPr>
            <p:cNvPr id="9" name="footer-logo-x reflection band 4"/>
            <p:cNvSpPr/>
            <p:nvPr/>
          </p:nvSpPr>
          <p:spPr>
            <a:xfrm>
              <a:off x="450850" y="254000"/>
              <a:ext cx="165100" cy="12700"/>
            </a:xfrm>
            <a:custGeom>
              <a:avLst/>
              <a:gdLst/>
              <a:ahLst/>
              <a:cxnLst/>
              <a:rect l="0" t="0" r="r" b="b"/>
              <a:pathLst>
                <a:path w="2600" h="200">
                  <a:moveTo>
                    <a:pt x="1291" y="171"/>
                  </a:moveTo>
                  <a:lnTo>
                    <a:pt x="1310" y="142"/>
                  </a:lnTo>
                  <a:lnTo>
                    <a:pt x="1329" y="171"/>
                  </a:lnTo>
                  <a:lnTo>
                    <a:pt x="2526" y="171"/>
                  </a:lnTo>
                  <a:lnTo>
                    <a:pt x="2430" y="28"/>
                  </a:lnTo>
                  <a:lnTo>
                    <a:pt x="189" y="28"/>
                  </a:lnTo>
                  <a:lnTo>
                    <a:pt x="93" y="171"/>
                  </a:lnTo>
                  <a:lnTo>
                    <a:pt x="1291" y="171"/>
                  </a:lnTo>
                  <a:close/>
                </a:path>
              </a:pathLst>
            </a:custGeom>
            <a:solidFill>
              <a:srgbClr val="5B87E6"/>
            </a:solidFill>
            <a:ln>
              <a:noFill/>
            </a:ln>
          </p:spPr>
        </p:sp>
        <p:sp>
          <p:nvSpPr>
            <p:cNvPr id="10" name="footer-logo-x reflection band 5"/>
            <p:cNvSpPr/>
            <p:nvPr/>
          </p:nvSpPr>
          <p:spPr>
            <a:xfrm>
              <a:off x="393700" y="266700"/>
              <a:ext cx="184150" cy="19050"/>
            </a:xfrm>
            <a:custGeom>
              <a:avLst/>
              <a:gdLst/>
              <a:ahLst/>
              <a:cxnLst/>
              <a:rect l="0" t="0" r="r" b="b"/>
              <a:pathLst>
                <a:path w="2900" h="300">
                  <a:moveTo>
                    <a:pt x="1252" y="230"/>
                  </a:moveTo>
                  <a:lnTo>
                    <a:pt x="1347" y="88"/>
                  </a:lnTo>
                  <a:lnTo>
                    <a:pt x="1542" y="88"/>
                  </a:lnTo>
                  <a:lnTo>
                    <a:pt x="1638" y="230"/>
                  </a:lnTo>
                  <a:lnTo>
                    <a:pt x="2835" y="230"/>
                  </a:lnTo>
                  <a:lnTo>
                    <a:pt x="2740" y="88"/>
                  </a:lnTo>
                  <a:lnTo>
                    <a:pt x="150" y="88"/>
                  </a:lnTo>
                  <a:lnTo>
                    <a:pt x="54" y="230"/>
                  </a:lnTo>
                  <a:lnTo>
                    <a:pt x="1252" y="230"/>
                  </a:lnTo>
                  <a:close/>
                </a:path>
              </a:pathLst>
            </a:custGeom>
            <a:solidFill>
              <a:srgbClr val="4A6FC0"/>
            </a:solidFill>
            <a:ln>
              <a:noFill/>
            </a:ln>
          </p:spPr>
        </p:sp>
        <p:sp>
          <p:nvSpPr>
            <p:cNvPr id="11" name="footer-logo-x reflection band 6"/>
            <p:cNvSpPr/>
            <p:nvPr/>
          </p:nvSpPr>
          <p:spPr>
            <a:xfrm>
              <a:off x="438150" y="285750"/>
              <a:ext cx="203200" cy="12700"/>
            </a:xfrm>
            <a:custGeom>
              <a:avLst/>
              <a:gdLst/>
              <a:ahLst/>
              <a:cxnLst/>
              <a:rect l="0" t="0" r="r" b="b"/>
              <a:pathLst>
                <a:path w="3200" h="200">
                  <a:moveTo>
                    <a:pt x="1219" y="190"/>
                  </a:moveTo>
                  <a:lnTo>
                    <a:pt x="1315" y="47"/>
                  </a:lnTo>
                  <a:lnTo>
                    <a:pt x="1858" y="47"/>
                  </a:lnTo>
                  <a:lnTo>
                    <a:pt x="1953" y="190"/>
                  </a:lnTo>
                  <a:lnTo>
                    <a:pt x="3151" y="190"/>
                  </a:lnTo>
                  <a:lnTo>
                    <a:pt x="3055" y="47"/>
                  </a:lnTo>
                  <a:lnTo>
                    <a:pt x="117" y="47"/>
                  </a:lnTo>
                  <a:lnTo>
                    <a:pt x="22" y="190"/>
                  </a:lnTo>
                  <a:lnTo>
                    <a:pt x="1219" y="190"/>
                  </a:lnTo>
                  <a:close/>
                </a:path>
              </a:pathLst>
            </a:custGeom>
            <a:solidFill>
              <a:srgbClr val="4A6FC0"/>
            </a:solidFill>
            <a:ln>
              <a:noFill/>
            </a:ln>
          </p:spPr>
        </p:sp>
        <p:sp>
          <p:nvSpPr>
            <p:cNvPr id="12" name="footer-logo-x reflection band 7"/>
            <p:cNvSpPr/>
            <p:nvPr/>
          </p:nvSpPr>
          <p:spPr>
            <a:xfrm>
              <a:off x="381000" y="304800"/>
              <a:ext cx="228600" cy="12700"/>
            </a:xfrm>
            <a:custGeom>
              <a:avLst/>
              <a:gdLst/>
              <a:ahLst/>
              <a:cxnLst/>
              <a:rect l="0" t="0" r="r" b="b"/>
              <a:pathLst>
                <a:path w="3600" h="200">
                  <a:moveTo>
                    <a:pt x="1257" y="149"/>
                  </a:moveTo>
                  <a:lnTo>
                    <a:pt x="1352" y="7"/>
                  </a:lnTo>
                  <a:lnTo>
                    <a:pt x="2243" y="7"/>
                  </a:lnTo>
                  <a:lnTo>
                    <a:pt x="2339" y="149"/>
                  </a:lnTo>
                  <a:lnTo>
                    <a:pt x="3536" y="149"/>
                  </a:lnTo>
                  <a:lnTo>
                    <a:pt x="3441" y="7"/>
                  </a:lnTo>
                  <a:lnTo>
                    <a:pt x="155" y="7"/>
                  </a:lnTo>
                  <a:lnTo>
                    <a:pt x="59" y="149"/>
                  </a:lnTo>
                  <a:lnTo>
                    <a:pt x="1257" y="149"/>
                  </a:lnTo>
                  <a:close/>
                </a:path>
              </a:pathLst>
            </a:custGeom>
            <a:solidFill>
              <a:srgbClr val="3A5288"/>
            </a:solidFill>
            <a:ln>
              <a:noFill/>
            </a:ln>
          </p:spPr>
        </p:sp>
        <p:sp>
          <p:nvSpPr>
            <p:cNvPr id="13" name="footer-logo-l"/>
            <p:cNvSpPr/>
            <p:nvPr/>
          </p:nvSpPr>
          <p:spPr>
            <a:xfrm>
              <a:off x="660400" y="0"/>
              <a:ext cx="69850" cy="209550"/>
            </a:xfrm>
            <a:custGeom>
              <a:avLst/>
              <a:gdLst/>
              <a:ahLst/>
              <a:cxnLst/>
              <a:rect l="0" t="0" r="r" b="b"/>
              <a:pathLst>
                <a:path w="1100" h="3300">
                  <a:moveTo>
                    <a:pt x="56" y="17"/>
                  </a:moveTo>
                  <a:lnTo>
                    <a:pt x="1051" y="17"/>
                  </a:lnTo>
                  <a:lnTo>
                    <a:pt x="1051" y="3249"/>
                  </a:lnTo>
                  <a:lnTo>
                    <a:pt x="56" y="3249"/>
                  </a:lnTo>
                  <a:lnTo>
                    <a:pt x="56" y="17"/>
                  </a:lnTo>
                  <a:close/>
                </a:path>
              </a:pathLst>
            </a:custGeom>
            <a:solidFill>
              <a:srgbClr val="FFFFFF"/>
            </a:solidFill>
            <a:ln>
              <a:noFill/>
            </a:ln>
          </p:spPr>
        </p:sp>
        <p:sp>
          <p:nvSpPr>
            <p:cNvPr id="14" name="footer-logo-l reflection band 1"/>
            <p:cNvSpPr/>
            <p:nvPr/>
          </p:nvSpPr>
          <p:spPr>
            <a:xfrm>
              <a:off x="660400" y="203200"/>
              <a:ext cx="69850" cy="12700"/>
            </a:xfrm>
            <a:custGeom>
              <a:avLst/>
              <a:gdLst/>
              <a:ahLst/>
              <a:cxnLst/>
              <a:rect l="0" t="0" r="r" b="b"/>
              <a:pathLst>
                <a:path w="1100" h="200">
                  <a:moveTo>
                    <a:pt x="56" y="49"/>
                  </a:moveTo>
                  <a:lnTo>
                    <a:pt x="1051" y="49"/>
                  </a:lnTo>
                  <a:lnTo>
                    <a:pt x="1051" y="192"/>
                  </a:lnTo>
                  <a:lnTo>
                    <a:pt x="56" y="192"/>
                  </a:lnTo>
                  <a:lnTo>
                    <a:pt x="56" y="49"/>
                  </a:lnTo>
                  <a:close/>
                </a:path>
              </a:pathLst>
            </a:custGeom>
            <a:solidFill>
              <a:srgbClr val="6A9AFF"/>
            </a:solidFill>
            <a:ln>
              <a:noFill/>
            </a:ln>
          </p:spPr>
        </p:sp>
        <p:sp>
          <p:nvSpPr>
            <p:cNvPr id="15" name="footer-logo-l reflection band 2"/>
            <p:cNvSpPr/>
            <p:nvPr/>
          </p:nvSpPr>
          <p:spPr>
            <a:xfrm>
              <a:off x="679450" y="222250"/>
              <a:ext cx="69850" cy="12700"/>
            </a:xfrm>
            <a:custGeom>
              <a:avLst/>
              <a:gdLst/>
              <a:ahLst/>
              <a:cxnLst/>
              <a:rect l="0" t="0" r="r" b="b"/>
              <a:pathLst>
                <a:path w="1100" h="200">
                  <a:moveTo>
                    <a:pt x="1057" y="9"/>
                  </a:moveTo>
                  <a:lnTo>
                    <a:pt x="1057" y="152"/>
                  </a:lnTo>
                  <a:lnTo>
                    <a:pt x="62" y="152"/>
                  </a:lnTo>
                  <a:lnTo>
                    <a:pt x="62" y="9"/>
                  </a:lnTo>
                  <a:lnTo>
                    <a:pt x="1057" y="9"/>
                  </a:lnTo>
                  <a:close/>
                </a:path>
              </a:pathLst>
            </a:custGeom>
            <a:solidFill>
              <a:srgbClr val="6A9AFF"/>
            </a:solidFill>
            <a:ln>
              <a:noFill/>
            </a:ln>
          </p:spPr>
        </p:sp>
        <p:sp>
          <p:nvSpPr>
            <p:cNvPr id="16" name="footer-logo-l reflection band 3"/>
            <p:cNvSpPr/>
            <p:nvPr/>
          </p:nvSpPr>
          <p:spPr>
            <a:xfrm>
              <a:off x="641350" y="234950"/>
              <a:ext cx="69850" cy="19050"/>
            </a:xfrm>
            <a:custGeom>
              <a:avLst/>
              <a:gdLst/>
              <a:ahLst/>
              <a:cxnLst/>
              <a:rect l="0" t="0" r="r" b="b"/>
              <a:pathLst>
                <a:path w="1100" h="300">
                  <a:moveTo>
                    <a:pt x="1083" y="68"/>
                  </a:moveTo>
                  <a:lnTo>
                    <a:pt x="1083" y="211"/>
                  </a:lnTo>
                  <a:lnTo>
                    <a:pt x="88" y="211"/>
                  </a:lnTo>
                  <a:lnTo>
                    <a:pt x="88" y="68"/>
                  </a:lnTo>
                  <a:lnTo>
                    <a:pt x="1083" y="68"/>
                  </a:lnTo>
                  <a:close/>
                </a:path>
              </a:pathLst>
            </a:custGeom>
            <a:solidFill>
              <a:srgbClr val="5B87E6"/>
            </a:solidFill>
            <a:ln>
              <a:noFill/>
            </a:ln>
          </p:spPr>
        </p:sp>
        <p:sp>
          <p:nvSpPr>
            <p:cNvPr id="17" name="footer-logo-l reflection band 4"/>
            <p:cNvSpPr/>
            <p:nvPr/>
          </p:nvSpPr>
          <p:spPr>
            <a:xfrm>
              <a:off x="685800" y="254000"/>
              <a:ext cx="69850" cy="12700"/>
            </a:xfrm>
            <a:custGeom>
              <a:avLst/>
              <a:gdLst/>
              <a:ahLst/>
              <a:cxnLst/>
              <a:rect l="0" t="0" r="r" b="b"/>
              <a:pathLst>
                <a:path w="1100" h="200">
                  <a:moveTo>
                    <a:pt x="1071" y="28"/>
                  </a:moveTo>
                  <a:lnTo>
                    <a:pt x="1071" y="171"/>
                  </a:lnTo>
                  <a:lnTo>
                    <a:pt x="77" y="171"/>
                  </a:lnTo>
                  <a:lnTo>
                    <a:pt x="77" y="28"/>
                  </a:lnTo>
                  <a:lnTo>
                    <a:pt x="1071" y="28"/>
                  </a:lnTo>
                  <a:close/>
                </a:path>
              </a:pathLst>
            </a:custGeom>
            <a:solidFill>
              <a:srgbClr val="5B87E6"/>
            </a:solidFill>
            <a:ln>
              <a:noFill/>
            </a:ln>
          </p:spPr>
        </p:sp>
        <p:sp>
          <p:nvSpPr>
            <p:cNvPr id="18" name="footer-logo-l reflection band 5"/>
            <p:cNvSpPr/>
            <p:nvPr/>
          </p:nvSpPr>
          <p:spPr>
            <a:xfrm>
              <a:off x="641350" y="266700"/>
              <a:ext cx="69850" cy="19050"/>
            </a:xfrm>
            <a:custGeom>
              <a:avLst/>
              <a:gdLst/>
              <a:ahLst/>
              <a:cxnLst/>
              <a:rect l="0" t="0" r="r" b="b"/>
              <a:pathLst>
                <a:path w="1100" h="300">
                  <a:moveTo>
                    <a:pt x="1006" y="88"/>
                  </a:moveTo>
                  <a:lnTo>
                    <a:pt x="1006" y="230"/>
                  </a:lnTo>
                  <a:lnTo>
                    <a:pt x="12" y="230"/>
                  </a:lnTo>
                  <a:lnTo>
                    <a:pt x="12" y="88"/>
                  </a:lnTo>
                  <a:lnTo>
                    <a:pt x="1006" y="88"/>
                  </a:lnTo>
                  <a:close/>
                </a:path>
              </a:pathLst>
            </a:custGeom>
            <a:solidFill>
              <a:srgbClr val="4A6FC0"/>
            </a:solidFill>
            <a:ln>
              <a:noFill/>
            </a:ln>
          </p:spPr>
        </p:sp>
        <p:sp>
          <p:nvSpPr>
            <p:cNvPr id="19" name="footer-logo-l reflection band 6"/>
            <p:cNvSpPr/>
            <p:nvPr/>
          </p:nvSpPr>
          <p:spPr>
            <a:xfrm>
              <a:off x="692150" y="285750"/>
              <a:ext cx="69850" cy="12700"/>
            </a:xfrm>
            <a:custGeom>
              <a:avLst/>
              <a:gdLst/>
              <a:ahLst/>
              <a:cxnLst/>
              <a:rect l="0" t="0" r="r" b="b"/>
              <a:pathLst>
                <a:path w="1100" h="200">
                  <a:moveTo>
                    <a:pt x="1048" y="47"/>
                  </a:moveTo>
                  <a:lnTo>
                    <a:pt x="1048" y="190"/>
                  </a:lnTo>
                  <a:lnTo>
                    <a:pt x="53" y="190"/>
                  </a:lnTo>
                  <a:lnTo>
                    <a:pt x="53" y="47"/>
                  </a:lnTo>
                  <a:lnTo>
                    <a:pt x="1048" y="47"/>
                  </a:lnTo>
                  <a:close/>
                </a:path>
              </a:pathLst>
            </a:custGeom>
            <a:solidFill>
              <a:srgbClr val="4A6FC0"/>
            </a:solidFill>
            <a:ln>
              <a:noFill/>
            </a:ln>
          </p:spPr>
        </p:sp>
        <p:sp>
          <p:nvSpPr>
            <p:cNvPr id="20" name="footer-logo-l reflection band 7"/>
            <p:cNvSpPr/>
            <p:nvPr/>
          </p:nvSpPr>
          <p:spPr>
            <a:xfrm>
              <a:off x="647700" y="304800"/>
              <a:ext cx="69850" cy="12700"/>
            </a:xfrm>
            <a:custGeom>
              <a:avLst/>
              <a:gdLst/>
              <a:ahLst/>
              <a:cxnLst/>
              <a:rect l="0" t="0" r="r" b="b"/>
              <a:pathLst>
                <a:path w="1100" h="200">
                  <a:moveTo>
                    <a:pt x="1059" y="7"/>
                  </a:moveTo>
                  <a:lnTo>
                    <a:pt x="1059" y="149"/>
                  </a:lnTo>
                  <a:lnTo>
                    <a:pt x="65" y="149"/>
                  </a:lnTo>
                  <a:lnTo>
                    <a:pt x="65" y="7"/>
                  </a:lnTo>
                  <a:lnTo>
                    <a:pt x="1059" y="7"/>
                  </a:lnTo>
                  <a:close/>
                </a:path>
              </a:pathLst>
            </a:custGeom>
            <a:solidFill>
              <a:srgbClr val="3A5288"/>
            </a:solidFill>
            <a:ln>
              <a:noFill/>
            </a:ln>
          </p:spPr>
        </p:sp>
      </p:grpSp>
      <p:sp>
        <p:nvSpPr>
          <p:cNvPr id="22" name="page-num"/>
          <p:cNvSpPr txBox="1"/>
          <p:nvPr/>
        </p:nvSpPr>
        <p:spPr>
          <a:xfrm>
            <a:off x="10604500" y="6206744"/>
            <a:ext cx="781050" cy="194056"/>
          </a:xfrm>
          <a:prstGeom prst="rect">
            <a:avLst/>
          </a:prstGeom>
          <a:noFill/>
        </p:spPr>
        <p:txBody>
          <a:bodyPr wrap="square" lIns="0" tIns="0" rIns="0" bIns="0" rtlCol="0" anchor="t">
            <a:noAutofit/>
          </a:bodyPr>
          <a:lstStyle/>
          <a:p>
            <a:pPr algn="l">
              <a:lnSpc>
                <a:spcPts val="1734"/>
              </a:lnSpc>
              <a:buNone/>
            </a:pPr>
            <a:r>
              <a:rPr lang="en-US" sz="1200" dirty="0">
                <a:solidFill>
                  <a:srgbClr val="AEB7CA"/>
                </a:solidFill>
                <a:latin typeface="JetBrains Mono"/>
                <a:ea typeface="JetBrains Mono"/>
                <a:cs typeface="JetBrains Mono"/>
              </a:rPr>
              <a:t>8 / 12</a:t>
            </a:r>
            <a:endParaRPr lang="en-US" sz="1200" dirty="0"/>
          </a:p>
        </p:txBody>
      </p:sp>
      <p:sp>
        <p:nvSpPr>
          <p:cNvPr id="23" name="kicker"/>
          <p:cNvSpPr txBox="1"/>
          <p:nvPr/>
        </p:nvSpPr>
        <p:spPr>
          <a:xfrm>
            <a:off x="889000" y="559994"/>
            <a:ext cx="3071812" cy="214706"/>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CHECKED BEFORE IT SHIPS</a:t>
            </a:r>
            <a:endParaRPr lang="en-US" sz="1400" dirty="0"/>
          </a:p>
        </p:txBody>
      </p:sp>
      <p:sp>
        <p:nvSpPr>
          <p:cNvPr id="24" name="headline"/>
          <p:cNvSpPr>
            <a:spLocks noGrp="1"/>
          </p:cNvSpPr>
          <p:nvPr>
            <p:ph type="title"/>
          </p:nvPr>
        </p:nvSpPr>
        <p:spPr>
          <a:xfrm>
            <a:off x="889000" y="1316078"/>
            <a:ext cx="8159750" cy="550822"/>
          </a:xfrm>
          <a:prstGeom prst="rect">
            <a:avLst/>
          </a:prstGeom>
          <a:noFill/>
        </p:spPr>
        <p:txBody>
          <a:bodyPr wrap="square" lIns="0" tIns="0" rIns="0" bIns="0" rtlCol="0" anchor="t">
            <a:noAutofit/>
          </a:bodyPr>
          <a:lstStyle/>
          <a:p>
            <a:pPr algn="l">
              <a:lnSpc>
                <a:spcPts val="4324"/>
              </a:lnSpc>
              <a:spcBef>
                <a:spcPts val="0"/>
              </a:spcBef>
              <a:spcAft>
                <a:spcPts val="0"/>
              </a:spcAft>
              <a:buNone/>
            </a:pPr>
            <a:r>
              <a:rPr lang="en-US" sz="4700" b="1" dirty="0">
                <a:solidFill>
                  <a:srgbClr val="FFFFFF"/>
                </a:solidFill>
                <a:latin typeface="Inter Tight"/>
                <a:ea typeface="Inter Tight"/>
                <a:cs typeface="Inter Tight"/>
              </a:rPr>
              <a:t>Write the brief </a:t>
            </a:r>
            <a:r>
              <a:rPr lang="en-US" sz="4700" b="1" dirty="0">
                <a:solidFill>
                  <a:srgbClr val="6A9AFF"/>
                </a:solidFill>
                <a:latin typeface="Inter Tight"/>
                <a:ea typeface="Inter Tight"/>
                <a:cs typeface="Inter Tight"/>
              </a:rPr>
              <a:t>as tests.</a:t>
            </a:r>
            <a:endParaRPr lang="en-US" sz="4700" dirty="0"/>
          </a:p>
        </p:txBody>
      </p:sp>
      <p:sp>
        <p:nvSpPr>
          <p:cNvPr id="25" name="card-0"/>
          <p:cNvSpPr/>
          <p:nvPr/>
        </p:nvSpPr>
        <p:spPr>
          <a:xfrm>
            <a:off x="889000" y="2730500"/>
            <a:ext cx="3302000" cy="2444750"/>
          </a:xfrm>
          <a:prstGeom prst="roundRect">
            <a:avLst>
              <a:gd name="adj" fmla="val 4156"/>
            </a:avLst>
          </a:prstGeom>
          <a:solidFill>
            <a:srgbClr val="2F3647"/>
          </a:solidFill>
          <a:ln>
            <a:noFill/>
          </a:ln>
        </p:spPr>
      </p:sp>
      <p:sp>
        <p:nvSpPr>
          <p:cNvPr id="26" name="number-0"/>
          <p:cNvSpPr txBox="1"/>
          <p:nvPr/>
        </p:nvSpPr>
        <p:spPr>
          <a:xfrm>
            <a:off x="1117600" y="285851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01</a:t>
            </a:r>
            <a:endParaRPr lang="en-US" sz="1400" dirty="0"/>
          </a:p>
        </p:txBody>
      </p:sp>
      <p:sp>
        <p:nvSpPr>
          <p:cNvPr id="27" name="label-0"/>
          <p:cNvSpPr txBox="1"/>
          <p:nvPr/>
        </p:nvSpPr>
        <p:spPr>
          <a:xfrm>
            <a:off x="1117600" y="3400434"/>
            <a:ext cx="1425575" cy="276216"/>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Define</a:t>
            </a:r>
            <a:endParaRPr lang="en-US" sz="2450" dirty="0"/>
          </a:p>
        </p:txBody>
      </p:sp>
      <p:sp>
        <p:nvSpPr>
          <p:cNvPr id="28" name="body-0"/>
          <p:cNvSpPr txBox="1"/>
          <p:nvPr/>
        </p:nvSpPr>
        <p:spPr>
          <a:xfrm>
            <a:off x="1117600" y="3952680"/>
            <a:ext cx="2844800" cy="5748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Turn margins, contrast and hierarchy into saved suites.</a:t>
            </a:r>
            <a:endParaRPr lang="en-US" sz="1700" dirty="0"/>
          </a:p>
        </p:txBody>
      </p:sp>
      <p:sp>
        <p:nvSpPr>
          <p:cNvPr id="29" name="card-1"/>
          <p:cNvSpPr/>
          <p:nvPr/>
        </p:nvSpPr>
        <p:spPr>
          <a:xfrm>
            <a:off x="4445000" y="2730500"/>
            <a:ext cx="3302000" cy="2444750"/>
          </a:xfrm>
          <a:prstGeom prst="roundRect">
            <a:avLst>
              <a:gd name="adj" fmla="val 4156"/>
            </a:avLst>
          </a:prstGeom>
          <a:solidFill>
            <a:srgbClr val="2F3647"/>
          </a:solidFill>
          <a:ln>
            <a:noFill/>
          </a:ln>
        </p:spPr>
      </p:sp>
      <p:sp>
        <p:nvSpPr>
          <p:cNvPr id="30" name="number-1"/>
          <p:cNvSpPr txBox="1"/>
          <p:nvPr/>
        </p:nvSpPr>
        <p:spPr>
          <a:xfrm>
            <a:off x="4673600" y="285851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02</a:t>
            </a:r>
            <a:endParaRPr lang="en-US" sz="1400" dirty="0"/>
          </a:p>
        </p:txBody>
      </p:sp>
      <p:sp>
        <p:nvSpPr>
          <p:cNvPr id="31" name="label-1"/>
          <p:cNvSpPr txBox="1"/>
          <p:nvPr/>
        </p:nvSpPr>
        <p:spPr>
          <a:xfrm>
            <a:off x="4673600" y="3385697"/>
            <a:ext cx="1571625" cy="335403"/>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Inspect</a:t>
            </a:r>
            <a:endParaRPr lang="en-US" sz="2450" dirty="0"/>
          </a:p>
        </p:txBody>
      </p:sp>
      <p:sp>
        <p:nvSpPr>
          <p:cNvPr id="32" name="body-1"/>
          <p:cNvSpPr txBox="1"/>
          <p:nvPr/>
        </p:nvSpPr>
        <p:spPr>
          <a:xfrm>
            <a:off x="4673600" y="3952680"/>
            <a:ext cx="2844800" cy="5748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Run the checks, read the findings, then actually look.</a:t>
            </a:r>
            <a:endParaRPr lang="en-US" sz="1700" dirty="0"/>
          </a:p>
        </p:txBody>
      </p:sp>
      <p:sp>
        <p:nvSpPr>
          <p:cNvPr id="33" name="card-2"/>
          <p:cNvSpPr/>
          <p:nvPr/>
        </p:nvSpPr>
        <p:spPr>
          <a:xfrm>
            <a:off x="8001000" y="2730500"/>
            <a:ext cx="3302000" cy="2444750"/>
          </a:xfrm>
          <a:prstGeom prst="roundRect">
            <a:avLst>
              <a:gd name="adj" fmla="val 4156"/>
            </a:avLst>
          </a:prstGeom>
          <a:solidFill>
            <a:srgbClr val="2F3647"/>
          </a:solidFill>
          <a:ln>
            <a:noFill/>
          </a:ln>
        </p:spPr>
      </p:sp>
      <p:sp>
        <p:nvSpPr>
          <p:cNvPr id="34" name="number-2"/>
          <p:cNvSpPr txBox="1"/>
          <p:nvPr/>
        </p:nvSpPr>
        <p:spPr>
          <a:xfrm>
            <a:off x="8229600" y="285851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03</a:t>
            </a:r>
            <a:endParaRPr lang="en-US" sz="1400" dirty="0"/>
          </a:p>
        </p:txBody>
      </p:sp>
      <p:sp>
        <p:nvSpPr>
          <p:cNvPr id="35" name="label-2"/>
          <p:cNvSpPr txBox="1"/>
          <p:nvPr/>
        </p:nvSpPr>
        <p:spPr>
          <a:xfrm>
            <a:off x="8229600" y="3388736"/>
            <a:ext cx="1323975" cy="275214"/>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Share</a:t>
            </a:r>
            <a:endParaRPr lang="en-US" sz="2450" dirty="0"/>
          </a:p>
        </p:txBody>
      </p:sp>
      <p:sp>
        <p:nvSpPr>
          <p:cNvPr id="36" name="body-2"/>
          <p:cNvSpPr txBox="1"/>
          <p:nvPr/>
        </p:nvSpPr>
        <p:spPr>
          <a:xfrm>
            <a:off x="8229600" y="3952680"/>
            <a:ext cx="2844800" cy="5748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Offline proof pages or a live REST review session.</a:t>
            </a:r>
            <a:endParaRPr lang="en-US" sz="17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collaborate">
    <p:bg>
      <p:bgPr>
        <a:solidFill>
          <a:srgbClr val="252B39"/>
        </a:solidFill>
        <a:effectLst/>
      </p:bgPr>
    </p:bg>
    <p:spTree>
      <p:nvGrpSpPr>
        <p:cNvPr id="1" name=""/>
        <p:cNvGrpSpPr/>
        <p:nvPr/>
      </p:nvGrpSpPr>
      <p:grpSpPr>
        <a:xfrm>
          <a:off x="0" y="0"/>
          <a:ext cx="0" cy="0"/>
          <a:chOff x="0" y="0"/>
          <a:chExt cx="0" cy="0"/>
        </a:xfrm>
      </p:grpSpPr>
      <p:grpSp>
        <p:nvGrpSpPr>
          <p:cNvPr id="21" name="footer-logo"/>
          <p:cNvGrpSpPr/>
          <p:nvPr/>
        </p:nvGrpSpPr>
        <p:grpSpPr>
          <a:xfrm>
            <a:off x="1047750" y="6127750"/>
            <a:ext cx="762000" cy="323850"/>
            <a:chOff x="0" y="0"/>
            <a:chExt cx="762000" cy="323850"/>
          </a:xfrm>
        </p:grpSpPr>
        <p:sp>
          <p:nvSpPr>
            <p:cNvPr id="2" name="footer-logo-v"/>
            <p:cNvSpPr/>
            <p:nvPr/>
          </p:nvSpPr>
          <p:spPr>
            <a:xfrm>
              <a:off x="0" y="88900"/>
              <a:ext cx="247650" cy="234950"/>
            </a:xfrm>
            <a:custGeom>
              <a:avLst/>
              <a:gdLst/>
              <a:ahLst/>
              <a:cxnLst/>
              <a:rect l="0" t="0" r="r" b="b"/>
              <a:pathLst>
                <a:path w="3900" h="3700">
                  <a:moveTo>
                    <a:pt x="52" y="32"/>
                  </a:moveTo>
                  <a:lnTo>
                    <a:pt x="1116" y="32"/>
                  </a:lnTo>
                  <a:lnTo>
                    <a:pt x="1965" y="2266"/>
                  </a:lnTo>
                  <a:lnTo>
                    <a:pt x="2813" y="32"/>
                  </a:lnTo>
                  <a:lnTo>
                    <a:pt x="3877" y="32"/>
                  </a:lnTo>
                  <a:lnTo>
                    <a:pt x="2497" y="3666"/>
                  </a:lnTo>
                  <a:lnTo>
                    <a:pt x="1433" y="3666"/>
                  </a:lnTo>
                  <a:lnTo>
                    <a:pt x="52" y="32"/>
                  </a:lnTo>
                  <a:close/>
                </a:path>
              </a:pathLst>
            </a:custGeom>
            <a:solidFill>
              <a:srgbClr val="FFFFFF"/>
            </a:solidFill>
            <a:ln>
              <a:noFill/>
            </a:ln>
          </p:spPr>
        </p:sp>
        <p:sp>
          <p:nvSpPr>
            <p:cNvPr id="3" name="footer-logo-i stem"/>
            <p:cNvSpPr/>
            <p:nvPr/>
          </p:nvSpPr>
          <p:spPr>
            <a:xfrm>
              <a:off x="285750" y="88900"/>
              <a:ext cx="69850" cy="234950"/>
            </a:xfrm>
            <a:custGeom>
              <a:avLst/>
              <a:gdLst/>
              <a:ahLst/>
              <a:cxnLst/>
              <a:rect l="0" t="0" r="r" b="b"/>
              <a:pathLst>
                <a:path w="1100" h="3700">
                  <a:moveTo>
                    <a:pt x="27" y="32"/>
                  </a:moveTo>
                  <a:lnTo>
                    <a:pt x="1022" y="32"/>
                  </a:lnTo>
                  <a:lnTo>
                    <a:pt x="1022" y="3666"/>
                  </a:lnTo>
                  <a:lnTo>
                    <a:pt x="27" y="3666"/>
                  </a:lnTo>
                  <a:lnTo>
                    <a:pt x="27" y="32"/>
                  </a:lnTo>
                  <a:close/>
                </a:path>
              </a:pathLst>
            </a:custGeom>
            <a:solidFill>
              <a:srgbClr val="FFFFFF"/>
            </a:solidFill>
            <a:ln>
              <a:noFill/>
            </a:ln>
          </p:spPr>
        </p:sp>
        <p:sp>
          <p:nvSpPr>
            <p:cNvPr id="4" name="footer-logo-i dot"/>
            <p:cNvSpPr/>
            <p:nvPr/>
          </p:nvSpPr>
          <p:spPr>
            <a:xfrm>
              <a:off x="285750" y="0"/>
              <a:ext cx="69850" cy="69850"/>
            </a:xfrm>
            <a:custGeom>
              <a:avLst/>
              <a:gdLst/>
              <a:ahLst/>
              <a:cxnLst/>
              <a:rect l="0" t="0" r="r" b="b"/>
              <a:pathLst>
                <a:path w="1100" h="1100">
                  <a:moveTo>
                    <a:pt x="27" y="17"/>
                  </a:moveTo>
                  <a:lnTo>
                    <a:pt x="1022" y="17"/>
                  </a:lnTo>
                  <a:lnTo>
                    <a:pt x="1022" y="1012"/>
                  </a:lnTo>
                  <a:lnTo>
                    <a:pt x="27" y="1012"/>
                  </a:lnTo>
                  <a:lnTo>
                    <a:pt x="27" y="17"/>
                  </a:lnTo>
                  <a:close/>
                </a:path>
              </a:pathLst>
            </a:custGeom>
            <a:solidFill>
              <a:srgbClr val="FFFFFF"/>
            </a:solidFill>
            <a:ln>
              <a:noFill/>
            </a:ln>
          </p:spPr>
        </p:sp>
        <p:sp>
          <p:nvSpPr>
            <p:cNvPr id="5" name="footer-logo-x"/>
            <p:cNvSpPr/>
            <p:nvPr/>
          </p:nvSpPr>
          <p:spPr>
            <a:xfrm>
              <a:off x="387350" y="88900"/>
              <a:ext cx="241300" cy="120650"/>
            </a:xfrm>
            <a:custGeom>
              <a:avLst/>
              <a:gdLst/>
              <a:ahLst/>
              <a:cxnLst/>
              <a:rect l="0" t="0" r="r" b="b"/>
              <a:pathLst>
                <a:path w="3800" h="1900">
                  <a:moveTo>
                    <a:pt x="72" y="32"/>
                  </a:moveTo>
                  <a:lnTo>
                    <a:pt x="1269" y="32"/>
                  </a:lnTo>
                  <a:lnTo>
                    <a:pt x="1889" y="956"/>
                  </a:lnTo>
                  <a:lnTo>
                    <a:pt x="2509" y="32"/>
                  </a:lnTo>
                  <a:lnTo>
                    <a:pt x="3706" y="32"/>
                  </a:lnTo>
                  <a:lnTo>
                    <a:pt x="2488" y="1849"/>
                  </a:lnTo>
                  <a:lnTo>
                    <a:pt x="1290" y="1849"/>
                  </a:lnTo>
                  <a:lnTo>
                    <a:pt x="72" y="32"/>
                  </a:lnTo>
                  <a:close/>
                </a:path>
              </a:pathLst>
            </a:custGeom>
            <a:solidFill>
              <a:srgbClr val="FFFFFF"/>
            </a:solidFill>
            <a:ln>
              <a:noFill/>
            </a:ln>
          </p:spPr>
        </p:sp>
        <p:sp>
          <p:nvSpPr>
            <p:cNvPr id="6" name="footer-logo-x reflection band 1"/>
            <p:cNvSpPr/>
            <p:nvPr/>
          </p:nvSpPr>
          <p:spPr>
            <a:xfrm>
              <a:off x="457200" y="203200"/>
              <a:ext cx="95250" cy="12700"/>
            </a:xfrm>
            <a:custGeom>
              <a:avLst/>
              <a:gdLst/>
              <a:ahLst/>
              <a:cxnLst/>
              <a:rect l="0" t="0" r="r" b="b"/>
              <a:pathLst>
                <a:path w="1500" h="200">
                  <a:moveTo>
                    <a:pt x="1483" y="192"/>
                  </a:moveTo>
                  <a:lnTo>
                    <a:pt x="1388" y="49"/>
                  </a:lnTo>
                  <a:lnTo>
                    <a:pt x="190" y="49"/>
                  </a:lnTo>
                  <a:lnTo>
                    <a:pt x="95" y="192"/>
                  </a:lnTo>
                  <a:lnTo>
                    <a:pt x="1483" y="192"/>
                  </a:lnTo>
                  <a:close/>
                </a:path>
              </a:pathLst>
            </a:custGeom>
            <a:solidFill>
              <a:srgbClr val="6A9AFF"/>
            </a:solidFill>
            <a:ln>
              <a:noFill/>
            </a:ln>
          </p:spPr>
        </p:sp>
        <p:sp>
          <p:nvSpPr>
            <p:cNvPr id="7" name="footer-logo-x reflection band 2"/>
            <p:cNvSpPr/>
            <p:nvPr/>
          </p:nvSpPr>
          <p:spPr>
            <a:xfrm>
              <a:off x="469900" y="222250"/>
              <a:ext cx="114300" cy="12700"/>
            </a:xfrm>
            <a:custGeom>
              <a:avLst/>
              <a:gdLst/>
              <a:ahLst/>
              <a:cxnLst/>
              <a:rect l="0" t="0" r="r" b="b"/>
              <a:pathLst>
                <a:path w="1800" h="200">
                  <a:moveTo>
                    <a:pt x="1763" y="152"/>
                  </a:moveTo>
                  <a:lnTo>
                    <a:pt x="1668" y="9"/>
                  </a:lnTo>
                  <a:lnTo>
                    <a:pt x="122" y="9"/>
                  </a:lnTo>
                  <a:lnTo>
                    <a:pt x="27" y="152"/>
                  </a:lnTo>
                  <a:lnTo>
                    <a:pt x="1763" y="152"/>
                  </a:lnTo>
                  <a:close/>
                </a:path>
              </a:pathLst>
            </a:custGeom>
            <a:solidFill>
              <a:srgbClr val="6A9AFF"/>
            </a:solidFill>
            <a:ln>
              <a:noFill/>
            </a:ln>
          </p:spPr>
        </p:sp>
        <p:sp>
          <p:nvSpPr>
            <p:cNvPr id="8" name="footer-logo-x reflection band 3"/>
            <p:cNvSpPr/>
            <p:nvPr/>
          </p:nvSpPr>
          <p:spPr>
            <a:xfrm>
              <a:off x="419100" y="234950"/>
              <a:ext cx="139700" cy="19050"/>
            </a:xfrm>
            <a:custGeom>
              <a:avLst/>
              <a:gdLst/>
              <a:ahLst/>
              <a:cxnLst/>
              <a:rect l="0" t="0" r="r" b="b"/>
              <a:pathLst>
                <a:path w="2200" h="300">
                  <a:moveTo>
                    <a:pt x="2164" y="211"/>
                  </a:moveTo>
                  <a:lnTo>
                    <a:pt x="2068" y="68"/>
                  </a:lnTo>
                  <a:lnTo>
                    <a:pt x="175" y="68"/>
                  </a:lnTo>
                  <a:lnTo>
                    <a:pt x="79" y="211"/>
                  </a:lnTo>
                  <a:lnTo>
                    <a:pt x="2164" y="211"/>
                  </a:lnTo>
                  <a:close/>
                </a:path>
              </a:pathLst>
            </a:custGeom>
            <a:solidFill>
              <a:srgbClr val="5B87E6"/>
            </a:solidFill>
            <a:ln>
              <a:noFill/>
            </a:ln>
          </p:spPr>
        </p:sp>
        <p:sp>
          <p:nvSpPr>
            <p:cNvPr id="9" name="footer-logo-x reflection band 4"/>
            <p:cNvSpPr/>
            <p:nvPr/>
          </p:nvSpPr>
          <p:spPr>
            <a:xfrm>
              <a:off x="450850" y="254000"/>
              <a:ext cx="165100" cy="12700"/>
            </a:xfrm>
            <a:custGeom>
              <a:avLst/>
              <a:gdLst/>
              <a:ahLst/>
              <a:cxnLst/>
              <a:rect l="0" t="0" r="r" b="b"/>
              <a:pathLst>
                <a:path w="2600" h="200">
                  <a:moveTo>
                    <a:pt x="1291" y="171"/>
                  </a:moveTo>
                  <a:lnTo>
                    <a:pt x="1310" y="142"/>
                  </a:lnTo>
                  <a:lnTo>
                    <a:pt x="1329" y="171"/>
                  </a:lnTo>
                  <a:lnTo>
                    <a:pt x="2526" y="171"/>
                  </a:lnTo>
                  <a:lnTo>
                    <a:pt x="2430" y="28"/>
                  </a:lnTo>
                  <a:lnTo>
                    <a:pt x="189" y="28"/>
                  </a:lnTo>
                  <a:lnTo>
                    <a:pt x="93" y="171"/>
                  </a:lnTo>
                  <a:lnTo>
                    <a:pt x="1291" y="171"/>
                  </a:lnTo>
                  <a:close/>
                </a:path>
              </a:pathLst>
            </a:custGeom>
            <a:solidFill>
              <a:srgbClr val="5B87E6"/>
            </a:solidFill>
            <a:ln>
              <a:noFill/>
            </a:ln>
          </p:spPr>
        </p:sp>
        <p:sp>
          <p:nvSpPr>
            <p:cNvPr id="10" name="footer-logo-x reflection band 5"/>
            <p:cNvSpPr/>
            <p:nvPr/>
          </p:nvSpPr>
          <p:spPr>
            <a:xfrm>
              <a:off x="393700" y="266700"/>
              <a:ext cx="184150" cy="19050"/>
            </a:xfrm>
            <a:custGeom>
              <a:avLst/>
              <a:gdLst/>
              <a:ahLst/>
              <a:cxnLst/>
              <a:rect l="0" t="0" r="r" b="b"/>
              <a:pathLst>
                <a:path w="2900" h="300">
                  <a:moveTo>
                    <a:pt x="1252" y="230"/>
                  </a:moveTo>
                  <a:lnTo>
                    <a:pt x="1347" y="88"/>
                  </a:lnTo>
                  <a:lnTo>
                    <a:pt x="1542" y="88"/>
                  </a:lnTo>
                  <a:lnTo>
                    <a:pt x="1638" y="230"/>
                  </a:lnTo>
                  <a:lnTo>
                    <a:pt x="2835" y="230"/>
                  </a:lnTo>
                  <a:lnTo>
                    <a:pt x="2740" y="88"/>
                  </a:lnTo>
                  <a:lnTo>
                    <a:pt x="150" y="88"/>
                  </a:lnTo>
                  <a:lnTo>
                    <a:pt x="54" y="230"/>
                  </a:lnTo>
                  <a:lnTo>
                    <a:pt x="1252" y="230"/>
                  </a:lnTo>
                  <a:close/>
                </a:path>
              </a:pathLst>
            </a:custGeom>
            <a:solidFill>
              <a:srgbClr val="4A6FC0"/>
            </a:solidFill>
            <a:ln>
              <a:noFill/>
            </a:ln>
          </p:spPr>
        </p:sp>
        <p:sp>
          <p:nvSpPr>
            <p:cNvPr id="11" name="footer-logo-x reflection band 6"/>
            <p:cNvSpPr/>
            <p:nvPr/>
          </p:nvSpPr>
          <p:spPr>
            <a:xfrm>
              <a:off x="438150" y="285750"/>
              <a:ext cx="203200" cy="12700"/>
            </a:xfrm>
            <a:custGeom>
              <a:avLst/>
              <a:gdLst/>
              <a:ahLst/>
              <a:cxnLst/>
              <a:rect l="0" t="0" r="r" b="b"/>
              <a:pathLst>
                <a:path w="3200" h="200">
                  <a:moveTo>
                    <a:pt x="1219" y="190"/>
                  </a:moveTo>
                  <a:lnTo>
                    <a:pt x="1315" y="47"/>
                  </a:lnTo>
                  <a:lnTo>
                    <a:pt x="1858" y="47"/>
                  </a:lnTo>
                  <a:lnTo>
                    <a:pt x="1953" y="190"/>
                  </a:lnTo>
                  <a:lnTo>
                    <a:pt x="3151" y="190"/>
                  </a:lnTo>
                  <a:lnTo>
                    <a:pt x="3055" y="47"/>
                  </a:lnTo>
                  <a:lnTo>
                    <a:pt x="117" y="47"/>
                  </a:lnTo>
                  <a:lnTo>
                    <a:pt x="22" y="190"/>
                  </a:lnTo>
                  <a:lnTo>
                    <a:pt x="1219" y="190"/>
                  </a:lnTo>
                  <a:close/>
                </a:path>
              </a:pathLst>
            </a:custGeom>
            <a:solidFill>
              <a:srgbClr val="4A6FC0"/>
            </a:solidFill>
            <a:ln>
              <a:noFill/>
            </a:ln>
          </p:spPr>
        </p:sp>
        <p:sp>
          <p:nvSpPr>
            <p:cNvPr id="12" name="footer-logo-x reflection band 7"/>
            <p:cNvSpPr/>
            <p:nvPr/>
          </p:nvSpPr>
          <p:spPr>
            <a:xfrm>
              <a:off x="381000" y="304800"/>
              <a:ext cx="228600" cy="12700"/>
            </a:xfrm>
            <a:custGeom>
              <a:avLst/>
              <a:gdLst/>
              <a:ahLst/>
              <a:cxnLst/>
              <a:rect l="0" t="0" r="r" b="b"/>
              <a:pathLst>
                <a:path w="3600" h="200">
                  <a:moveTo>
                    <a:pt x="1257" y="149"/>
                  </a:moveTo>
                  <a:lnTo>
                    <a:pt x="1352" y="7"/>
                  </a:lnTo>
                  <a:lnTo>
                    <a:pt x="2243" y="7"/>
                  </a:lnTo>
                  <a:lnTo>
                    <a:pt x="2339" y="149"/>
                  </a:lnTo>
                  <a:lnTo>
                    <a:pt x="3536" y="149"/>
                  </a:lnTo>
                  <a:lnTo>
                    <a:pt x="3441" y="7"/>
                  </a:lnTo>
                  <a:lnTo>
                    <a:pt x="155" y="7"/>
                  </a:lnTo>
                  <a:lnTo>
                    <a:pt x="59" y="149"/>
                  </a:lnTo>
                  <a:lnTo>
                    <a:pt x="1257" y="149"/>
                  </a:lnTo>
                  <a:close/>
                </a:path>
              </a:pathLst>
            </a:custGeom>
            <a:solidFill>
              <a:srgbClr val="3A5288"/>
            </a:solidFill>
            <a:ln>
              <a:noFill/>
            </a:ln>
          </p:spPr>
        </p:sp>
        <p:sp>
          <p:nvSpPr>
            <p:cNvPr id="13" name="footer-logo-l"/>
            <p:cNvSpPr/>
            <p:nvPr/>
          </p:nvSpPr>
          <p:spPr>
            <a:xfrm>
              <a:off x="660400" y="0"/>
              <a:ext cx="69850" cy="209550"/>
            </a:xfrm>
            <a:custGeom>
              <a:avLst/>
              <a:gdLst/>
              <a:ahLst/>
              <a:cxnLst/>
              <a:rect l="0" t="0" r="r" b="b"/>
              <a:pathLst>
                <a:path w="1100" h="3300">
                  <a:moveTo>
                    <a:pt x="56" y="17"/>
                  </a:moveTo>
                  <a:lnTo>
                    <a:pt x="1051" y="17"/>
                  </a:lnTo>
                  <a:lnTo>
                    <a:pt x="1051" y="3249"/>
                  </a:lnTo>
                  <a:lnTo>
                    <a:pt x="56" y="3249"/>
                  </a:lnTo>
                  <a:lnTo>
                    <a:pt x="56" y="17"/>
                  </a:lnTo>
                  <a:close/>
                </a:path>
              </a:pathLst>
            </a:custGeom>
            <a:solidFill>
              <a:srgbClr val="FFFFFF"/>
            </a:solidFill>
            <a:ln>
              <a:noFill/>
            </a:ln>
          </p:spPr>
        </p:sp>
        <p:sp>
          <p:nvSpPr>
            <p:cNvPr id="14" name="footer-logo-l reflection band 1"/>
            <p:cNvSpPr/>
            <p:nvPr/>
          </p:nvSpPr>
          <p:spPr>
            <a:xfrm>
              <a:off x="660400" y="203200"/>
              <a:ext cx="69850" cy="12700"/>
            </a:xfrm>
            <a:custGeom>
              <a:avLst/>
              <a:gdLst/>
              <a:ahLst/>
              <a:cxnLst/>
              <a:rect l="0" t="0" r="r" b="b"/>
              <a:pathLst>
                <a:path w="1100" h="200">
                  <a:moveTo>
                    <a:pt x="56" y="49"/>
                  </a:moveTo>
                  <a:lnTo>
                    <a:pt x="1051" y="49"/>
                  </a:lnTo>
                  <a:lnTo>
                    <a:pt x="1051" y="192"/>
                  </a:lnTo>
                  <a:lnTo>
                    <a:pt x="56" y="192"/>
                  </a:lnTo>
                  <a:lnTo>
                    <a:pt x="56" y="49"/>
                  </a:lnTo>
                  <a:close/>
                </a:path>
              </a:pathLst>
            </a:custGeom>
            <a:solidFill>
              <a:srgbClr val="6A9AFF"/>
            </a:solidFill>
            <a:ln>
              <a:noFill/>
            </a:ln>
          </p:spPr>
        </p:sp>
        <p:sp>
          <p:nvSpPr>
            <p:cNvPr id="15" name="footer-logo-l reflection band 2"/>
            <p:cNvSpPr/>
            <p:nvPr/>
          </p:nvSpPr>
          <p:spPr>
            <a:xfrm>
              <a:off x="679450" y="222250"/>
              <a:ext cx="69850" cy="12700"/>
            </a:xfrm>
            <a:custGeom>
              <a:avLst/>
              <a:gdLst/>
              <a:ahLst/>
              <a:cxnLst/>
              <a:rect l="0" t="0" r="r" b="b"/>
              <a:pathLst>
                <a:path w="1100" h="200">
                  <a:moveTo>
                    <a:pt x="1057" y="9"/>
                  </a:moveTo>
                  <a:lnTo>
                    <a:pt x="1057" y="152"/>
                  </a:lnTo>
                  <a:lnTo>
                    <a:pt x="62" y="152"/>
                  </a:lnTo>
                  <a:lnTo>
                    <a:pt x="62" y="9"/>
                  </a:lnTo>
                  <a:lnTo>
                    <a:pt x="1057" y="9"/>
                  </a:lnTo>
                  <a:close/>
                </a:path>
              </a:pathLst>
            </a:custGeom>
            <a:solidFill>
              <a:srgbClr val="6A9AFF"/>
            </a:solidFill>
            <a:ln>
              <a:noFill/>
            </a:ln>
          </p:spPr>
        </p:sp>
        <p:sp>
          <p:nvSpPr>
            <p:cNvPr id="16" name="footer-logo-l reflection band 3"/>
            <p:cNvSpPr/>
            <p:nvPr/>
          </p:nvSpPr>
          <p:spPr>
            <a:xfrm>
              <a:off x="641350" y="234950"/>
              <a:ext cx="69850" cy="19050"/>
            </a:xfrm>
            <a:custGeom>
              <a:avLst/>
              <a:gdLst/>
              <a:ahLst/>
              <a:cxnLst/>
              <a:rect l="0" t="0" r="r" b="b"/>
              <a:pathLst>
                <a:path w="1100" h="300">
                  <a:moveTo>
                    <a:pt x="1083" y="68"/>
                  </a:moveTo>
                  <a:lnTo>
                    <a:pt x="1083" y="211"/>
                  </a:lnTo>
                  <a:lnTo>
                    <a:pt x="88" y="211"/>
                  </a:lnTo>
                  <a:lnTo>
                    <a:pt x="88" y="68"/>
                  </a:lnTo>
                  <a:lnTo>
                    <a:pt x="1083" y="68"/>
                  </a:lnTo>
                  <a:close/>
                </a:path>
              </a:pathLst>
            </a:custGeom>
            <a:solidFill>
              <a:srgbClr val="5B87E6"/>
            </a:solidFill>
            <a:ln>
              <a:noFill/>
            </a:ln>
          </p:spPr>
        </p:sp>
        <p:sp>
          <p:nvSpPr>
            <p:cNvPr id="17" name="footer-logo-l reflection band 4"/>
            <p:cNvSpPr/>
            <p:nvPr/>
          </p:nvSpPr>
          <p:spPr>
            <a:xfrm>
              <a:off x="685800" y="254000"/>
              <a:ext cx="69850" cy="12700"/>
            </a:xfrm>
            <a:custGeom>
              <a:avLst/>
              <a:gdLst/>
              <a:ahLst/>
              <a:cxnLst/>
              <a:rect l="0" t="0" r="r" b="b"/>
              <a:pathLst>
                <a:path w="1100" h="200">
                  <a:moveTo>
                    <a:pt x="1071" y="28"/>
                  </a:moveTo>
                  <a:lnTo>
                    <a:pt x="1071" y="171"/>
                  </a:lnTo>
                  <a:lnTo>
                    <a:pt x="77" y="171"/>
                  </a:lnTo>
                  <a:lnTo>
                    <a:pt x="77" y="28"/>
                  </a:lnTo>
                  <a:lnTo>
                    <a:pt x="1071" y="28"/>
                  </a:lnTo>
                  <a:close/>
                </a:path>
              </a:pathLst>
            </a:custGeom>
            <a:solidFill>
              <a:srgbClr val="5B87E6"/>
            </a:solidFill>
            <a:ln>
              <a:noFill/>
            </a:ln>
          </p:spPr>
        </p:sp>
        <p:sp>
          <p:nvSpPr>
            <p:cNvPr id="18" name="footer-logo-l reflection band 5"/>
            <p:cNvSpPr/>
            <p:nvPr/>
          </p:nvSpPr>
          <p:spPr>
            <a:xfrm>
              <a:off x="641350" y="266700"/>
              <a:ext cx="69850" cy="19050"/>
            </a:xfrm>
            <a:custGeom>
              <a:avLst/>
              <a:gdLst/>
              <a:ahLst/>
              <a:cxnLst/>
              <a:rect l="0" t="0" r="r" b="b"/>
              <a:pathLst>
                <a:path w="1100" h="300">
                  <a:moveTo>
                    <a:pt x="1006" y="88"/>
                  </a:moveTo>
                  <a:lnTo>
                    <a:pt x="1006" y="230"/>
                  </a:lnTo>
                  <a:lnTo>
                    <a:pt x="12" y="230"/>
                  </a:lnTo>
                  <a:lnTo>
                    <a:pt x="12" y="88"/>
                  </a:lnTo>
                  <a:lnTo>
                    <a:pt x="1006" y="88"/>
                  </a:lnTo>
                  <a:close/>
                </a:path>
              </a:pathLst>
            </a:custGeom>
            <a:solidFill>
              <a:srgbClr val="4A6FC0"/>
            </a:solidFill>
            <a:ln>
              <a:noFill/>
            </a:ln>
          </p:spPr>
        </p:sp>
        <p:sp>
          <p:nvSpPr>
            <p:cNvPr id="19" name="footer-logo-l reflection band 6"/>
            <p:cNvSpPr/>
            <p:nvPr/>
          </p:nvSpPr>
          <p:spPr>
            <a:xfrm>
              <a:off x="692150" y="285750"/>
              <a:ext cx="69850" cy="12700"/>
            </a:xfrm>
            <a:custGeom>
              <a:avLst/>
              <a:gdLst/>
              <a:ahLst/>
              <a:cxnLst/>
              <a:rect l="0" t="0" r="r" b="b"/>
              <a:pathLst>
                <a:path w="1100" h="200">
                  <a:moveTo>
                    <a:pt x="1048" y="47"/>
                  </a:moveTo>
                  <a:lnTo>
                    <a:pt x="1048" y="190"/>
                  </a:lnTo>
                  <a:lnTo>
                    <a:pt x="53" y="190"/>
                  </a:lnTo>
                  <a:lnTo>
                    <a:pt x="53" y="47"/>
                  </a:lnTo>
                  <a:lnTo>
                    <a:pt x="1048" y="47"/>
                  </a:lnTo>
                  <a:close/>
                </a:path>
              </a:pathLst>
            </a:custGeom>
            <a:solidFill>
              <a:srgbClr val="4A6FC0"/>
            </a:solidFill>
            <a:ln>
              <a:noFill/>
            </a:ln>
          </p:spPr>
        </p:sp>
        <p:sp>
          <p:nvSpPr>
            <p:cNvPr id="20" name="footer-logo-l reflection band 7"/>
            <p:cNvSpPr/>
            <p:nvPr/>
          </p:nvSpPr>
          <p:spPr>
            <a:xfrm>
              <a:off x="647700" y="304800"/>
              <a:ext cx="69850" cy="12700"/>
            </a:xfrm>
            <a:custGeom>
              <a:avLst/>
              <a:gdLst/>
              <a:ahLst/>
              <a:cxnLst/>
              <a:rect l="0" t="0" r="r" b="b"/>
              <a:pathLst>
                <a:path w="1100" h="200">
                  <a:moveTo>
                    <a:pt x="1059" y="7"/>
                  </a:moveTo>
                  <a:lnTo>
                    <a:pt x="1059" y="149"/>
                  </a:lnTo>
                  <a:lnTo>
                    <a:pt x="65" y="149"/>
                  </a:lnTo>
                  <a:lnTo>
                    <a:pt x="65" y="7"/>
                  </a:lnTo>
                  <a:lnTo>
                    <a:pt x="1059" y="7"/>
                  </a:lnTo>
                  <a:close/>
                </a:path>
              </a:pathLst>
            </a:custGeom>
            <a:solidFill>
              <a:srgbClr val="3A5288"/>
            </a:solidFill>
            <a:ln>
              <a:noFill/>
            </a:ln>
          </p:spPr>
        </p:sp>
      </p:grpSp>
      <p:sp>
        <p:nvSpPr>
          <p:cNvPr id="22" name="page-num"/>
          <p:cNvSpPr txBox="1"/>
          <p:nvPr/>
        </p:nvSpPr>
        <p:spPr>
          <a:xfrm>
            <a:off x="10604500" y="6206744"/>
            <a:ext cx="781050" cy="194056"/>
          </a:xfrm>
          <a:prstGeom prst="rect">
            <a:avLst/>
          </a:prstGeom>
          <a:noFill/>
        </p:spPr>
        <p:txBody>
          <a:bodyPr wrap="square" lIns="0" tIns="0" rIns="0" bIns="0" rtlCol="0" anchor="t">
            <a:noAutofit/>
          </a:bodyPr>
          <a:lstStyle/>
          <a:p>
            <a:pPr algn="l">
              <a:lnSpc>
                <a:spcPts val="1734"/>
              </a:lnSpc>
              <a:buNone/>
            </a:pPr>
            <a:r>
              <a:rPr lang="en-US" sz="1200" dirty="0">
                <a:solidFill>
                  <a:srgbClr val="AEB7CA"/>
                </a:solidFill>
                <a:latin typeface="JetBrains Mono"/>
                <a:ea typeface="JetBrains Mono"/>
                <a:cs typeface="JetBrains Mono"/>
              </a:rPr>
              <a:t>9 / 12</a:t>
            </a:r>
            <a:endParaRPr lang="en-US" sz="1200" dirty="0"/>
          </a:p>
        </p:txBody>
      </p:sp>
      <p:sp>
        <p:nvSpPr>
          <p:cNvPr id="23" name="kicker"/>
          <p:cNvSpPr txBox="1"/>
          <p:nvPr/>
        </p:nvSpPr>
        <p:spPr>
          <a:xfrm>
            <a:off x="889000" y="559816"/>
            <a:ext cx="2008188"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REVIEWABLE WORK</a:t>
            </a:r>
            <a:endParaRPr lang="en-US" sz="1400" dirty="0"/>
          </a:p>
        </p:txBody>
      </p:sp>
      <p:sp>
        <p:nvSpPr>
          <p:cNvPr id="24" name="headline"/>
          <p:cNvSpPr>
            <a:spLocks noGrp="1"/>
          </p:cNvSpPr>
          <p:nvPr>
            <p:ph type="title"/>
          </p:nvPr>
        </p:nvSpPr>
        <p:spPr>
          <a:xfrm>
            <a:off x="889000" y="1316078"/>
            <a:ext cx="10080625" cy="550822"/>
          </a:xfrm>
          <a:prstGeom prst="rect">
            <a:avLst/>
          </a:prstGeom>
          <a:noFill/>
        </p:spPr>
        <p:txBody>
          <a:bodyPr wrap="square" lIns="0" tIns="0" rIns="0" bIns="0" rtlCol="0" anchor="t">
            <a:noAutofit/>
          </a:bodyPr>
          <a:lstStyle/>
          <a:p>
            <a:pPr algn="l">
              <a:lnSpc>
                <a:spcPts val="4324"/>
              </a:lnSpc>
              <a:spcBef>
                <a:spcPts val="0"/>
              </a:spcBef>
              <a:spcAft>
                <a:spcPts val="0"/>
              </a:spcAft>
              <a:buNone/>
            </a:pPr>
            <a:r>
              <a:rPr lang="en-US" sz="4700" b="1" dirty="0">
                <a:solidFill>
                  <a:srgbClr val="FFFFFF"/>
                </a:solidFill>
                <a:latin typeface="Inter Tight"/>
                <a:ea typeface="Inter Tight"/>
                <a:cs typeface="Inter Tight"/>
              </a:rPr>
              <a:t>Designs get </a:t>
            </a:r>
            <a:r>
              <a:rPr lang="en-US" sz="4700" b="1" dirty="0">
                <a:solidFill>
                  <a:srgbClr val="6A9AFF"/>
                </a:solidFill>
                <a:latin typeface="Inter Tight"/>
                <a:ea typeface="Inter Tight"/>
                <a:cs typeface="Inter Tight"/>
              </a:rPr>
              <a:t>code review too.</a:t>
            </a:r>
            <a:endParaRPr lang="en-US" sz="4700" dirty="0"/>
          </a:p>
        </p:txBody>
      </p:sp>
      <p:sp>
        <p:nvSpPr>
          <p:cNvPr id="25" name="card-0"/>
          <p:cNvSpPr/>
          <p:nvPr/>
        </p:nvSpPr>
        <p:spPr>
          <a:xfrm>
            <a:off x="889000" y="2730500"/>
            <a:ext cx="3302000" cy="2444750"/>
          </a:xfrm>
          <a:prstGeom prst="roundRect">
            <a:avLst>
              <a:gd name="adj" fmla="val 4156"/>
            </a:avLst>
          </a:prstGeom>
          <a:solidFill>
            <a:srgbClr val="2F3647"/>
          </a:solidFill>
          <a:ln>
            <a:noFill/>
          </a:ln>
        </p:spPr>
      </p:sp>
      <p:sp>
        <p:nvSpPr>
          <p:cNvPr id="26" name="number-0"/>
          <p:cNvSpPr txBox="1"/>
          <p:nvPr/>
        </p:nvSpPr>
        <p:spPr>
          <a:xfrm>
            <a:off x="1117600" y="285851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01</a:t>
            </a:r>
            <a:endParaRPr lang="en-US" sz="1400" dirty="0"/>
          </a:p>
        </p:txBody>
      </p:sp>
      <p:sp>
        <p:nvSpPr>
          <p:cNvPr id="27" name="label-0"/>
          <p:cNvSpPr txBox="1"/>
          <p:nvPr/>
        </p:nvSpPr>
        <p:spPr>
          <a:xfrm>
            <a:off x="1117600" y="3400434"/>
            <a:ext cx="1939925" cy="276216"/>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Git review</a:t>
            </a:r>
            <a:endParaRPr lang="en-US" sz="2450" dirty="0"/>
          </a:p>
        </p:txBody>
      </p:sp>
      <p:sp>
        <p:nvSpPr>
          <p:cNvPr id="28" name="body-0"/>
          <p:cNvSpPr txBox="1"/>
          <p:nvPr/>
        </p:nvSpPr>
        <p:spPr>
          <a:xfrm>
            <a:off x="1117600" y="3952680"/>
            <a:ext cx="2844800" cy="5748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Readable JSON + assets through pack and unpack.</a:t>
            </a:r>
            <a:endParaRPr lang="en-US" sz="1700" dirty="0"/>
          </a:p>
        </p:txBody>
      </p:sp>
      <p:sp>
        <p:nvSpPr>
          <p:cNvPr id="29" name="card-1"/>
          <p:cNvSpPr/>
          <p:nvPr/>
        </p:nvSpPr>
        <p:spPr>
          <a:xfrm>
            <a:off x="4445000" y="2730500"/>
            <a:ext cx="3302000" cy="2444750"/>
          </a:xfrm>
          <a:prstGeom prst="roundRect">
            <a:avLst>
              <a:gd name="adj" fmla="val 4156"/>
            </a:avLst>
          </a:prstGeom>
          <a:solidFill>
            <a:srgbClr val="2F3647"/>
          </a:solidFill>
          <a:ln>
            <a:noFill/>
          </a:ln>
        </p:spPr>
      </p:sp>
      <p:sp>
        <p:nvSpPr>
          <p:cNvPr id="30" name="number-1"/>
          <p:cNvSpPr txBox="1"/>
          <p:nvPr/>
        </p:nvSpPr>
        <p:spPr>
          <a:xfrm>
            <a:off x="4673600" y="285851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02</a:t>
            </a:r>
            <a:endParaRPr lang="en-US" sz="1400" dirty="0"/>
          </a:p>
        </p:txBody>
      </p:sp>
      <p:sp>
        <p:nvSpPr>
          <p:cNvPr id="31" name="label-1"/>
          <p:cNvSpPr txBox="1"/>
          <p:nvPr/>
        </p:nvSpPr>
        <p:spPr>
          <a:xfrm>
            <a:off x="4673600" y="3388736"/>
            <a:ext cx="2314575" cy="275214"/>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Shared work</a:t>
            </a:r>
            <a:endParaRPr lang="en-US" sz="2450" dirty="0"/>
          </a:p>
        </p:txBody>
      </p:sp>
      <p:sp>
        <p:nvSpPr>
          <p:cNvPr id="32" name="body-1"/>
          <p:cNvSpPr txBox="1"/>
          <p:nvPr/>
        </p:nvSpPr>
        <p:spPr>
          <a:xfrm>
            <a:off x="4673600" y="3952680"/>
            <a:ext cx="2844800" cy="8542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Branches, explicit merges, project groups and shared libraries.</a:t>
            </a:r>
            <a:endParaRPr lang="en-US" sz="1700" dirty="0"/>
          </a:p>
        </p:txBody>
      </p:sp>
      <p:sp>
        <p:nvSpPr>
          <p:cNvPr id="33" name="card-2"/>
          <p:cNvSpPr/>
          <p:nvPr/>
        </p:nvSpPr>
        <p:spPr>
          <a:xfrm>
            <a:off x="8001000" y="2730500"/>
            <a:ext cx="3302000" cy="2444750"/>
          </a:xfrm>
          <a:prstGeom prst="roundRect">
            <a:avLst>
              <a:gd name="adj" fmla="val 4156"/>
            </a:avLst>
          </a:prstGeom>
          <a:solidFill>
            <a:srgbClr val="2F3647"/>
          </a:solidFill>
          <a:ln>
            <a:noFill/>
          </a:ln>
        </p:spPr>
      </p:sp>
      <p:sp>
        <p:nvSpPr>
          <p:cNvPr id="34" name="number-2"/>
          <p:cNvSpPr txBox="1"/>
          <p:nvPr/>
        </p:nvSpPr>
        <p:spPr>
          <a:xfrm>
            <a:off x="8229600" y="285851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03</a:t>
            </a:r>
            <a:endParaRPr lang="en-US" sz="1400" dirty="0"/>
          </a:p>
        </p:txBody>
      </p:sp>
      <p:sp>
        <p:nvSpPr>
          <p:cNvPr id="35" name="label-2"/>
          <p:cNvSpPr txBox="1"/>
          <p:nvPr/>
        </p:nvSpPr>
        <p:spPr>
          <a:xfrm>
            <a:off x="8229600" y="3400434"/>
            <a:ext cx="2405062" cy="276216"/>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Portable files</a:t>
            </a:r>
            <a:endParaRPr lang="en-US" sz="2450" dirty="0"/>
          </a:p>
        </p:txBody>
      </p:sp>
      <p:sp>
        <p:nvSpPr>
          <p:cNvPr id="36" name="body-2"/>
          <p:cNvSpPr txBox="1"/>
          <p:nvPr/>
        </p:nvSpPr>
        <p:spPr>
          <a:xfrm>
            <a:off x="8229600" y="3952680"/>
            <a:ext cx="2844800" cy="5748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Fonts and content travel inside the editable master.</a:t>
            </a:r>
            <a:endParaRPr lang="en-US" sz="17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interfaces">
    <p:bg>
      <p:bgPr>
        <a:solidFill>
          <a:srgbClr val="252B39"/>
        </a:solidFill>
        <a:effectLst/>
      </p:bgPr>
    </p:bg>
    <p:spTree>
      <p:nvGrpSpPr>
        <p:cNvPr id="1" name=""/>
        <p:cNvGrpSpPr/>
        <p:nvPr/>
      </p:nvGrpSpPr>
      <p:grpSpPr>
        <a:xfrm>
          <a:off x="0" y="0"/>
          <a:ext cx="0" cy="0"/>
          <a:chOff x="0" y="0"/>
          <a:chExt cx="0" cy="0"/>
        </a:xfrm>
      </p:grpSpPr>
      <p:grpSp>
        <p:nvGrpSpPr>
          <p:cNvPr id="21" name="footer-logo"/>
          <p:cNvGrpSpPr/>
          <p:nvPr/>
        </p:nvGrpSpPr>
        <p:grpSpPr>
          <a:xfrm>
            <a:off x="1047750" y="6127750"/>
            <a:ext cx="762000" cy="323850"/>
            <a:chOff x="0" y="0"/>
            <a:chExt cx="762000" cy="323850"/>
          </a:xfrm>
        </p:grpSpPr>
        <p:sp>
          <p:nvSpPr>
            <p:cNvPr id="2" name="footer-logo-v"/>
            <p:cNvSpPr/>
            <p:nvPr/>
          </p:nvSpPr>
          <p:spPr>
            <a:xfrm>
              <a:off x="0" y="88900"/>
              <a:ext cx="247650" cy="234950"/>
            </a:xfrm>
            <a:custGeom>
              <a:avLst/>
              <a:gdLst/>
              <a:ahLst/>
              <a:cxnLst/>
              <a:rect l="0" t="0" r="r" b="b"/>
              <a:pathLst>
                <a:path w="3900" h="3700">
                  <a:moveTo>
                    <a:pt x="52" y="32"/>
                  </a:moveTo>
                  <a:lnTo>
                    <a:pt x="1116" y="32"/>
                  </a:lnTo>
                  <a:lnTo>
                    <a:pt x="1965" y="2266"/>
                  </a:lnTo>
                  <a:lnTo>
                    <a:pt x="2813" y="32"/>
                  </a:lnTo>
                  <a:lnTo>
                    <a:pt x="3877" y="32"/>
                  </a:lnTo>
                  <a:lnTo>
                    <a:pt x="2497" y="3666"/>
                  </a:lnTo>
                  <a:lnTo>
                    <a:pt x="1433" y="3666"/>
                  </a:lnTo>
                  <a:lnTo>
                    <a:pt x="52" y="32"/>
                  </a:lnTo>
                  <a:close/>
                </a:path>
              </a:pathLst>
            </a:custGeom>
            <a:solidFill>
              <a:srgbClr val="FFFFFF"/>
            </a:solidFill>
            <a:ln>
              <a:noFill/>
            </a:ln>
          </p:spPr>
        </p:sp>
        <p:sp>
          <p:nvSpPr>
            <p:cNvPr id="3" name="footer-logo-i stem"/>
            <p:cNvSpPr/>
            <p:nvPr/>
          </p:nvSpPr>
          <p:spPr>
            <a:xfrm>
              <a:off x="285750" y="88900"/>
              <a:ext cx="69850" cy="234950"/>
            </a:xfrm>
            <a:custGeom>
              <a:avLst/>
              <a:gdLst/>
              <a:ahLst/>
              <a:cxnLst/>
              <a:rect l="0" t="0" r="r" b="b"/>
              <a:pathLst>
                <a:path w="1100" h="3700">
                  <a:moveTo>
                    <a:pt x="27" y="32"/>
                  </a:moveTo>
                  <a:lnTo>
                    <a:pt x="1022" y="32"/>
                  </a:lnTo>
                  <a:lnTo>
                    <a:pt x="1022" y="3666"/>
                  </a:lnTo>
                  <a:lnTo>
                    <a:pt x="27" y="3666"/>
                  </a:lnTo>
                  <a:lnTo>
                    <a:pt x="27" y="32"/>
                  </a:lnTo>
                  <a:close/>
                </a:path>
              </a:pathLst>
            </a:custGeom>
            <a:solidFill>
              <a:srgbClr val="FFFFFF"/>
            </a:solidFill>
            <a:ln>
              <a:noFill/>
            </a:ln>
          </p:spPr>
        </p:sp>
        <p:sp>
          <p:nvSpPr>
            <p:cNvPr id="4" name="footer-logo-i dot"/>
            <p:cNvSpPr/>
            <p:nvPr/>
          </p:nvSpPr>
          <p:spPr>
            <a:xfrm>
              <a:off x="285750" y="0"/>
              <a:ext cx="69850" cy="69850"/>
            </a:xfrm>
            <a:custGeom>
              <a:avLst/>
              <a:gdLst/>
              <a:ahLst/>
              <a:cxnLst/>
              <a:rect l="0" t="0" r="r" b="b"/>
              <a:pathLst>
                <a:path w="1100" h="1100">
                  <a:moveTo>
                    <a:pt x="27" y="17"/>
                  </a:moveTo>
                  <a:lnTo>
                    <a:pt x="1022" y="17"/>
                  </a:lnTo>
                  <a:lnTo>
                    <a:pt x="1022" y="1012"/>
                  </a:lnTo>
                  <a:lnTo>
                    <a:pt x="27" y="1012"/>
                  </a:lnTo>
                  <a:lnTo>
                    <a:pt x="27" y="17"/>
                  </a:lnTo>
                  <a:close/>
                </a:path>
              </a:pathLst>
            </a:custGeom>
            <a:solidFill>
              <a:srgbClr val="FFFFFF"/>
            </a:solidFill>
            <a:ln>
              <a:noFill/>
            </a:ln>
          </p:spPr>
        </p:sp>
        <p:sp>
          <p:nvSpPr>
            <p:cNvPr id="5" name="footer-logo-x"/>
            <p:cNvSpPr/>
            <p:nvPr/>
          </p:nvSpPr>
          <p:spPr>
            <a:xfrm>
              <a:off x="387350" y="88900"/>
              <a:ext cx="241300" cy="120650"/>
            </a:xfrm>
            <a:custGeom>
              <a:avLst/>
              <a:gdLst/>
              <a:ahLst/>
              <a:cxnLst/>
              <a:rect l="0" t="0" r="r" b="b"/>
              <a:pathLst>
                <a:path w="3800" h="1900">
                  <a:moveTo>
                    <a:pt x="72" y="32"/>
                  </a:moveTo>
                  <a:lnTo>
                    <a:pt x="1269" y="32"/>
                  </a:lnTo>
                  <a:lnTo>
                    <a:pt x="1889" y="956"/>
                  </a:lnTo>
                  <a:lnTo>
                    <a:pt x="2509" y="32"/>
                  </a:lnTo>
                  <a:lnTo>
                    <a:pt x="3706" y="32"/>
                  </a:lnTo>
                  <a:lnTo>
                    <a:pt x="2488" y="1849"/>
                  </a:lnTo>
                  <a:lnTo>
                    <a:pt x="1290" y="1849"/>
                  </a:lnTo>
                  <a:lnTo>
                    <a:pt x="72" y="32"/>
                  </a:lnTo>
                  <a:close/>
                </a:path>
              </a:pathLst>
            </a:custGeom>
            <a:solidFill>
              <a:srgbClr val="FFFFFF"/>
            </a:solidFill>
            <a:ln>
              <a:noFill/>
            </a:ln>
          </p:spPr>
        </p:sp>
        <p:sp>
          <p:nvSpPr>
            <p:cNvPr id="6" name="footer-logo-x reflection band 1"/>
            <p:cNvSpPr/>
            <p:nvPr/>
          </p:nvSpPr>
          <p:spPr>
            <a:xfrm>
              <a:off x="457200" y="203200"/>
              <a:ext cx="95250" cy="12700"/>
            </a:xfrm>
            <a:custGeom>
              <a:avLst/>
              <a:gdLst/>
              <a:ahLst/>
              <a:cxnLst/>
              <a:rect l="0" t="0" r="r" b="b"/>
              <a:pathLst>
                <a:path w="1500" h="200">
                  <a:moveTo>
                    <a:pt x="1483" y="192"/>
                  </a:moveTo>
                  <a:lnTo>
                    <a:pt x="1388" y="49"/>
                  </a:lnTo>
                  <a:lnTo>
                    <a:pt x="190" y="49"/>
                  </a:lnTo>
                  <a:lnTo>
                    <a:pt x="95" y="192"/>
                  </a:lnTo>
                  <a:lnTo>
                    <a:pt x="1483" y="192"/>
                  </a:lnTo>
                  <a:close/>
                </a:path>
              </a:pathLst>
            </a:custGeom>
            <a:solidFill>
              <a:srgbClr val="6A9AFF"/>
            </a:solidFill>
            <a:ln>
              <a:noFill/>
            </a:ln>
          </p:spPr>
        </p:sp>
        <p:sp>
          <p:nvSpPr>
            <p:cNvPr id="7" name="footer-logo-x reflection band 2"/>
            <p:cNvSpPr/>
            <p:nvPr/>
          </p:nvSpPr>
          <p:spPr>
            <a:xfrm>
              <a:off x="469900" y="222250"/>
              <a:ext cx="114300" cy="12700"/>
            </a:xfrm>
            <a:custGeom>
              <a:avLst/>
              <a:gdLst/>
              <a:ahLst/>
              <a:cxnLst/>
              <a:rect l="0" t="0" r="r" b="b"/>
              <a:pathLst>
                <a:path w="1800" h="200">
                  <a:moveTo>
                    <a:pt x="1763" y="152"/>
                  </a:moveTo>
                  <a:lnTo>
                    <a:pt x="1668" y="9"/>
                  </a:lnTo>
                  <a:lnTo>
                    <a:pt x="122" y="9"/>
                  </a:lnTo>
                  <a:lnTo>
                    <a:pt x="27" y="152"/>
                  </a:lnTo>
                  <a:lnTo>
                    <a:pt x="1763" y="152"/>
                  </a:lnTo>
                  <a:close/>
                </a:path>
              </a:pathLst>
            </a:custGeom>
            <a:solidFill>
              <a:srgbClr val="6A9AFF"/>
            </a:solidFill>
            <a:ln>
              <a:noFill/>
            </a:ln>
          </p:spPr>
        </p:sp>
        <p:sp>
          <p:nvSpPr>
            <p:cNvPr id="8" name="footer-logo-x reflection band 3"/>
            <p:cNvSpPr/>
            <p:nvPr/>
          </p:nvSpPr>
          <p:spPr>
            <a:xfrm>
              <a:off x="419100" y="234950"/>
              <a:ext cx="139700" cy="19050"/>
            </a:xfrm>
            <a:custGeom>
              <a:avLst/>
              <a:gdLst/>
              <a:ahLst/>
              <a:cxnLst/>
              <a:rect l="0" t="0" r="r" b="b"/>
              <a:pathLst>
                <a:path w="2200" h="300">
                  <a:moveTo>
                    <a:pt x="2164" y="211"/>
                  </a:moveTo>
                  <a:lnTo>
                    <a:pt x="2068" y="68"/>
                  </a:lnTo>
                  <a:lnTo>
                    <a:pt x="175" y="68"/>
                  </a:lnTo>
                  <a:lnTo>
                    <a:pt x="79" y="211"/>
                  </a:lnTo>
                  <a:lnTo>
                    <a:pt x="2164" y="211"/>
                  </a:lnTo>
                  <a:close/>
                </a:path>
              </a:pathLst>
            </a:custGeom>
            <a:solidFill>
              <a:srgbClr val="5B87E6"/>
            </a:solidFill>
            <a:ln>
              <a:noFill/>
            </a:ln>
          </p:spPr>
        </p:sp>
        <p:sp>
          <p:nvSpPr>
            <p:cNvPr id="9" name="footer-logo-x reflection band 4"/>
            <p:cNvSpPr/>
            <p:nvPr/>
          </p:nvSpPr>
          <p:spPr>
            <a:xfrm>
              <a:off x="450850" y="254000"/>
              <a:ext cx="165100" cy="12700"/>
            </a:xfrm>
            <a:custGeom>
              <a:avLst/>
              <a:gdLst/>
              <a:ahLst/>
              <a:cxnLst/>
              <a:rect l="0" t="0" r="r" b="b"/>
              <a:pathLst>
                <a:path w="2600" h="200">
                  <a:moveTo>
                    <a:pt x="1291" y="171"/>
                  </a:moveTo>
                  <a:lnTo>
                    <a:pt x="1310" y="142"/>
                  </a:lnTo>
                  <a:lnTo>
                    <a:pt x="1329" y="171"/>
                  </a:lnTo>
                  <a:lnTo>
                    <a:pt x="2526" y="171"/>
                  </a:lnTo>
                  <a:lnTo>
                    <a:pt x="2430" y="28"/>
                  </a:lnTo>
                  <a:lnTo>
                    <a:pt x="189" y="28"/>
                  </a:lnTo>
                  <a:lnTo>
                    <a:pt x="93" y="171"/>
                  </a:lnTo>
                  <a:lnTo>
                    <a:pt x="1291" y="171"/>
                  </a:lnTo>
                  <a:close/>
                </a:path>
              </a:pathLst>
            </a:custGeom>
            <a:solidFill>
              <a:srgbClr val="5B87E6"/>
            </a:solidFill>
            <a:ln>
              <a:noFill/>
            </a:ln>
          </p:spPr>
        </p:sp>
        <p:sp>
          <p:nvSpPr>
            <p:cNvPr id="10" name="footer-logo-x reflection band 5"/>
            <p:cNvSpPr/>
            <p:nvPr/>
          </p:nvSpPr>
          <p:spPr>
            <a:xfrm>
              <a:off x="393700" y="266700"/>
              <a:ext cx="184150" cy="19050"/>
            </a:xfrm>
            <a:custGeom>
              <a:avLst/>
              <a:gdLst/>
              <a:ahLst/>
              <a:cxnLst/>
              <a:rect l="0" t="0" r="r" b="b"/>
              <a:pathLst>
                <a:path w="2900" h="300">
                  <a:moveTo>
                    <a:pt x="1252" y="230"/>
                  </a:moveTo>
                  <a:lnTo>
                    <a:pt x="1347" y="88"/>
                  </a:lnTo>
                  <a:lnTo>
                    <a:pt x="1542" y="88"/>
                  </a:lnTo>
                  <a:lnTo>
                    <a:pt x="1638" y="230"/>
                  </a:lnTo>
                  <a:lnTo>
                    <a:pt x="2835" y="230"/>
                  </a:lnTo>
                  <a:lnTo>
                    <a:pt x="2740" y="88"/>
                  </a:lnTo>
                  <a:lnTo>
                    <a:pt x="150" y="88"/>
                  </a:lnTo>
                  <a:lnTo>
                    <a:pt x="54" y="230"/>
                  </a:lnTo>
                  <a:lnTo>
                    <a:pt x="1252" y="230"/>
                  </a:lnTo>
                  <a:close/>
                </a:path>
              </a:pathLst>
            </a:custGeom>
            <a:solidFill>
              <a:srgbClr val="4A6FC0"/>
            </a:solidFill>
            <a:ln>
              <a:noFill/>
            </a:ln>
          </p:spPr>
        </p:sp>
        <p:sp>
          <p:nvSpPr>
            <p:cNvPr id="11" name="footer-logo-x reflection band 6"/>
            <p:cNvSpPr/>
            <p:nvPr/>
          </p:nvSpPr>
          <p:spPr>
            <a:xfrm>
              <a:off x="438150" y="285750"/>
              <a:ext cx="203200" cy="12700"/>
            </a:xfrm>
            <a:custGeom>
              <a:avLst/>
              <a:gdLst/>
              <a:ahLst/>
              <a:cxnLst/>
              <a:rect l="0" t="0" r="r" b="b"/>
              <a:pathLst>
                <a:path w="3200" h="200">
                  <a:moveTo>
                    <a:pt x="1219" y="190"/>
                  </a:moveTo>
                  <a:lnTo>
                    <a:pt x="1315" y="47"/>
                  </a:lnTo>
                  <a:lnTo>
                    <a:pt x="1858" y="47"/>
                  </a:lnTo>
                  <a:lnTo>
                    <a:pt x="1953" y="190"/>
                  </a:lnTo>
                  <a:lnTo>
                    <a:pt x="3151" y="190"/>
                  </a:lnTo>
                  <a:lnTo>
                    <a:pt x="3055" y="47"/>
                  </a:lnTo>
                  <a:lnTo>
                    <a:pt x="117" y="47"/>
                  </a:lnTo>
                  <a:lnTo>
                    <a:pt x="22" y="190"/>
                  </a:lnTo>
                  <a:lnTo>
                    <a:pt x="1219" y="190"/>
                  </a:lnTo>
                  <a:close/>
                </a:path>
              </a:pathLst>
            </a:custGeom>
            <a:solidFill>
              <a:srgbClr val="4A6FC0"/>
            </a:solidFill>
            <a:ln>
              <a:noFill/>
            </a:ln>
          </p:spPr>
        </p:sp>
        <p:sp>
          <p:nvSpPr>
            <p:cNvPr id="12" name="footer-logo-x reflection band 7"/>
            <p:cNvSpPr/>
            <p:nvPr/>
          </p:nvSpPr>
          <p:spPr>
            <a:xfrm>
              <a:off x="381000" y="304800"/>
              <a:ext cx="228600" cy="12700"/>
            </a:xfrm>
            <a:custGeom>
              <a:avLst/>
              <a:gdLst/>
              <a:ahLst/>
              <a:cxnLst/>
              <a:rect l="0" t="0" r="r" b="b"/>
              <a:pathLst>
                <a:path w="3600" h="200">
                  <a:moveTo>
                    <a:pt x="1257" y="149"/>
                  </a:moveTo>
                  <a:lnTo>
                    <a:pt x="1352" y="7"/>
                  </a:lnTo>
                  <a:lnTo>
                    <a:pt x="2243" y="7"/>
                  </a:lnTo>
                  <a:lnTo>
                    <a:pt x="2339" y="149"/>
                  </a:lnTo>
                  <a:lnTo>
                    <a:pt x="3536" y="149"/>
                  </a:lnTo>
                  <a:lnTo>
                    <a:pt x="3441" y="7"/>
                  </a:lnTo>
                  <a:lnTo>
                    <a:pt x="155" y="7"/>
                  </a:lnTo>
                  <a:lnTo>
                    <a:pt x="59" y="149"/>
                  </a:lnTo>
                  <a:lnTo>
                    <a:pt x="1257" y="149"/>
                  </a:lnTo>
                  <a:close/>
                </a:path>
              </a:pathLst>
            </a:custGeom>
            <a:solidFill>
              <a:srgbClr val="3A5288"/>
            </a:solidFill>
            <a:ln>
              <a:noFill/>
            </a:ln>
          </p:spPr>
        </p:sp>
        <p:sp>
          <p:nvSpPr>
            <p:cNvPr id="13" name="footer-logo-l"/>
            <p:cNvSpPr/>
            <p:nvPr/>
          </p:nvSpPr>
          <p:spPr>
            <a:xfrm>
              <a:off x="660400" y="0"/>
              <a:ext cx="69850" cy="209550"/>
            </a:xfrm>
            <a:custGeom>
              <a:avLst/>
              <a:gdLst/>
              <a:ahLst/>
              <a:cxnLst/>
              <a:rect l="0" t="0" r="r" b="b"/>
              <a:pathLst>
                <a:path w="1100" h="3300">
                  <a:moveTo>
                    <a:pt x="56" y="17"/>
                  </a:moveTo>
                  <a:lnTo>
                    <a:pt x="1051" y="17"/>
                  </a:lnTo>
                  <a:lnTo>
                    <a:pt x="1051" y="3249"/>
                  </a:lnTo>
                  <a:lnTo>
                    <a:pt x="56" y="3249"/>
                  </a:lnTo>
                  <a:lnTo>
                    <a:pt x="56" y="17"/>
                  </a:lnTo>
                  <a:close/>
                </a:path>
              </a:pathLst>
            </a:custGeom>
            <a:solidFill>
              <a:srgbClr val="FFFFFF"/>
            </a:solidFill>
            <a:ln>
              <a:noFill/>
            </a:ln>
          </p:spPr>
        </p:sp>
        <p:sp>
          <p:nvSpPr>
            <p:cNvPr id="14" name="footer-logo-l reflection band 1"/>
            <p:cNvSpPr/>
            <p:nvPr/>
          </p:nvSpPr>
          <p:spPr>
            <a:xfrm>
              <a:off x="660400" y="203200"/>
              <a:ext cx="69850" cy="12700"/>
            </a:xfrm>
            <a:custGeom>
              <a:avLst/>
              <a:gdLst/>
              <a:ahLst/>
              <a:cxnLst/>
              <a:rect l="0" t="0" r="r" b="b"/>
              <a:pathLst>
                <a:path w="1100" h="200">
                  <a:moveTo>
                    <a:pt x="56" y="49"/>
                  </a:moveTo>
                  <a:lnTo>
                    <a:pt x="1051" y="49"/>
                  </a:lnTo>
                  <a:lnTo>
                    <a:pt x="1051" y="192"/>
                  </a:lnTo>
                  <a:lnTo>
                    <a:pt x="56" y="192"/>
                  </a:lnTo>
                  <a:lnTo>
                    <a:pt x="56" y="49"/>
                  </a:lnTo>
                  <a:close/>
                </a:path>
              </a:pathLst>
            </a:custGeom>
            <a:solidFill>
              <a:srgbClr val="6A9AFF"/>
            </a:solidFill>
            <a:ln>
              <a:noFill/>
            </a:ln>
          </p:spPr>
        </p:sp>
        <p:sp>
          <p:nvSpPr>
            <p:cNvPr id="15" name="footer-logo-l reflection band 2"/>
            <p:cNvSpPr/>
            <p:nvPr/>
          </p:nvSpPr>
          <p:spPr>
            <a:xfrm>
              <a:off x="679450" y="222250"/>
              <a:ext cx="69850" cy="12700"/>
            </a:xfrm>
            <a:custGeom>
              <a:avLst/>
              <a:gdLst/>
              <a:ahLst/>
              <a:cxnLst/>
              <a:rect l="0" t="0" r="r" b="b"/>
              <a:pathLst>
                <a:path w="1100" h="200">
                  <a:moveTo>
                    <a:pt x="1057" y="9"/>
                  </a:moveTo>
                  <a:lnTo>
                    <a:pt x="1057" y="152"/>
                  </a:lnTo>
                  <a:lnTo>
                    <a:pt x="62" y="152"/>
                  </a:lnTo>
                  <a:lnTo>
                    <a:pt x="62" y="9"/>
                  </a:lnTo>
                  <a:lnTo>
                    <a:pt x="1057" y="9"/>
                  </a:lnTo>
                  <a:close/>
                </a:path>
              </a:pathLst>
            </a:custGeom>
            <a:solidFill>
              <a:srgbClr val="6A9AFF"/>
            </a:solidFill>
            <a:ln>
              <a:noFill/>
            </a:ln>
          </p:spPr>
        </p:sp>
        <p:sp>
          <p:nvSpPr>
            <p:cNvPr id="16" name="footer-logo-l reflection band 3"/>
            <p:cNvSpPr/>
            <p:nvPr/>
          </p:nvSpPr>
          <p:spPr>
            <a:xfrm>
              <a:off x="641350" y="234950"/>
              <a:ext cx="69850" cy="19050"/>
            </a:xfrm>
            <a:custGeom>
              <a:avLst/>
              <a:gdLst/>
              <a:ahLst/>
              <a:cxnLst/>
              <a:rect l="0" t="0" r="r" b="b"/>
              <a:pathLst>
                <a:path w="1100" h="300">
                  <a:moveTo>
                    <a:pt x="1083" y="68"/>
                  </a:moveTo>
                  <a:lnTo>
                    <a:pt x="1083" y="211"/>
                  </a:lnTo>
                  <a:lnTo>
                    <a:pt x="88" y="211"/>
                  </a:lnTo>
                  <a:lnTo>
                    <a:pt x="88" y="68"/>
                  </a:lnTo>
                  <a:lnTo>
                    <a:pt x="1083" y="68"/>
                  </a:lnTo>
                  <a:close/>
                </a:path>
              </a:pathLst>
            </a:custGeom>
            <a:solidFill>
              <a:srgbClr val="5B87E6"/>
            </a:solidFill>
            <a:ln>
              <a:noFill/>
            </a:ln>
          </p:spPr>
        </p:sp>
        <p:sp>
          <p:nvSpPr>
            <p:cNvPr id="17" name="footer-logo-l reflection band 4"/>
            <p:cNvSpPr/>
            <p:nvPr/>
          </p:nvSpPr>
          <p:spPr>
            <a:xfrm>
              <a:off x="685800" y="254000"/>
              <a:ext cx="69850" cy="12700"/>
            </a:xfrm>
            <a:custGeom>
              <a:avLst/>
              <a:gdLst/>
              <a:ahLst/>
              <a:cxnLst/>
              <a:rect l="0" t="0" r="r" b="b"/>
              <a:pathLst>
                <a:path w="1100" h="200">
                  <a:moveTo>
                    <a:pt x="1071" y="28"/>
                  </a:moveTo>
                  <a:lnTo>
                    <a:pt x="1071" y="171"/>
                  </a:lnTo>
                  <a:lnTo>
                    <a:pt x="77" y="171"/>
                  </a:lnTo>
                  <a:lnTo>
                    <a:pt x="77" y="28"/>
                  </a:lnTo>
                  <a:lnTo>
                    <a:pt x="1071" y="28"/>
                  </a:lnTo>
                  <a:close/>
                </a:path>
              </a:pathLst>
            </a:custGeom>
            <a:solidFill>
              <a:srgbClr val="5B87E6"/>
            </a:solidFill>
            <a:ln>
              <a:noFill/>
            </a:ln>
          </p:spPr>
        </p:sp>
        <p:sp>
          <p:nvSpPr>
            <p:cNvPr id="18" name="footer-logo-l reflection band 5"/>
            <p:cNvSpPr/>
            <p:nvPr/>
          </p:nvSpPr>
          <p:spPr>
            <a:xfrm>
              <a:off x="641350" y="266700"/>
              <a:ext cx="69850" cy="19050"/>
            </a:xfrm>
            <a:custGeom>
              <a:avLst/>
              <a:gdLst/>
              <a:ahLst/>
              <a:cxnLst/>
              <a:rect l="0" t="0" r="r" b="b"/>
              <a:pathLst>
                <a:path w="1100" h="300">
                  <a:moveTo>
                    <a:pt x="1006" y="88"/>
                  </a:moveTo>
                  <a:lnTo>
                    <a:pt x="1006" y="230"/>
                  </a:lnTo>
                  <a:lnTo>
                    <a:pt x="12" y="230"/>
                  </a:lnTo>
                  <a:lnTo>
                    <a:pt x="12" y="88"/>
                  </a:lnTo>
                  <a:lnTo>
                    <a:pt x="1006" y="88"/>
                  </a:lnTo>
                  <a:close/>
                </a:path>
              </a:pathLst>
            </a:custGeom>
            <a:solidFill>
              <a:srgbClr val="4A6FC0"/>
            </a:solidFill>
            <a:ln>
              <a:noFill/>
            </a:ln>
          </p:spPr>
        </p:sp>
        <p:sp>
          <p:nvSpPr>
            <p:cNvPr id="19" name="footer-logo-l reflection band 6"/>
            <p:cNvSpPr/>
            <p:nvPr/>
          </p:nvSpPr>
          <p:spPr>
            <a:xfrm>
              <a:off x="692150" y="285750"/>
              <a:ext cx="69850" cy="12700"/>
            </a:xfrm>
            <a:custGeom>
              <a:avLst/>
              <a:gdLst/>
              <a:ahLst/>
              <a:cxnLst/>
              <a:rect l="0" t="0" r="r" b="b"/>
              <a:pathLst>
                <a:path w="1100" h="200">
                  <a:moveTo>
                    <a:pt x="1048" y="47"/>
                  </a:moveTo>
                  <a:lnTo>
                    <a:pt x="1048" y="190"/>
                  </a:lnTo>
                  <a:lnTo>
                    <a:pt x="53" y="190"/>
                  </a:lnTo>
                  <a:lnTo>
                    <a:pt x="53" y="47"/>
                  </a:lnTo>
                  <a:lnTo>
                    <a:pt x="1048" y="47"/>
                  </a:lnTo>
                  <a:close/>
                </a:path>
              </a:pathLst>
            </a:custGeom>
            <a:solidFill>
              <a:srgbClr val="4A6FC0"/>
            </a:solidFill>
            <a:ln>
              <a:noFill/>
            </a:ln>
          </p:spPr>
        </p:sp>
        <p:sp>
          <p:nvSpPr>
            <p:cNvPr id="20" name="footer-logo-l reflection band 7"/>
            <p:cNvSpPr/>
            <p:nvPr/>
          </p:nvSpPr>
          <p:spPr>
            <a:xfrm>
              <a:off x="647700" y="304800"/>
              <a:ext cx="69850" cy="12700"/>
            </a:xfrm>
            <a:custGeom>
              <a:avLst/>
              <a:gdLst/>
              <a:ahLst/>
              <a:cxnLst/>
              <a:rect l="0" t="0" r="r" b="b"/>
              <a:pathLst>
                <a:path w="1100" h="200">
                  <a:moveTo>
                    <a:pt x="1059" y="7"/>
                  </a:moveTo>
                  <a:lnTo>
                    <a:pt x="1059" y="149"/>
                  </a:lnTo>
                  <a:lnTo>
                    <a:pt x="65" y="149"/>
                  </a:lnTo>
                  <a:lnTo>
                    <a:pt x="65" y="7"/>
                  </a:lnTo>
                  <a:lnTo>
                    <a:pt x="1059" y="7"/>
                  </a:lnTo>
                  <a:close/>
                </a:path>
              </a:pathLst>
            </a:custGeom>
            <a:solidFill>
              <a:srgbClr val="3A5288"/>
            </a:solidFill>
            <a:ln>
              <a:noFill/>
            </a:ln>
          </p:spPr>
        </p:sp>
      </p:grpSp>
      <p:sp>
        <p:nvSpPr>
          <p:cNvPr id="22" name="page-num"/>
          <p:cNvSpPr txBox="1"/>
          <p:nvPr/>
        </p:nvSpPr>
        <p:spPr>
          <a:xfrm>
            <a:off x="10604500" y="6206744"/>
            <a:ext cx="869950" cy="194056"/>
          </a:xfrm>
          <a:prstGeom prst="rect">
            <a:avLst/>
          </a:prstGeom>
          <a:noFill/>
        </p:spPr>
        <p:txBody>
          <a:bodyPr wrap="square" lIns="0" tIns="0" rIns="0" bIns="0" rtlCol="0" anchor="t">
            <a:noAutofit/>
          </a:bodyPr>
          <a:lstStyle/>
          <a:p>
            <a:pPr algn="l">
              <a:lnSpc>
                <a:spcPts val="1734"/>
              </a:lnSpc>
              <a:buNone/>
            </a:pPr>
            <a:r>
              <a:rPr lang="en-US" sz="1200" dirty="0">
                <a:solidFill>
                  <a:srgbClr val="AEB7CA"/>
                </a:solidFill>
                <a:latin typeface="JetBrains Mono"/>
                <a:ea typeface="JetBrains Mono"/>
                <a:cs typeface="JetBrains Mono"/>
              </a:rPr>
              <a:t>10 / 12</a:t>
            </a:r>
            <a:endParaRPr lang="en-US" sz="1200" dirty="0"/>
          </a:p>
        </p:txBody>
      </p:sp>
      <p:sp>
        <p:nvSpPr>
          <p:cNvPr id="23" name="kicker"/>
          <p:cNvSpPr txBox="1"/>
          <p:nvPr/>
        </p:nvSpPr>
        <p:spPr>
          <a:xfrm>
            <a:off x="889000" y="559994"/>
            <a:ext cx="1603375" cy="214706"/>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FOUR WAYS IN</a:t>
            </a:r>
            <a:endParaRPr lang="en-US" sz="1400" dirty="0"/>
          </a:p>
        </p:txBody>
      </p:sp>
      <p:sp>
        <p:nvSpPr>
          <p:cNvPr id="24" name="headline"/>
          <p:cNvSpPr>
            <a:spLocks noGrp="1"/>
          </p:cNvSpPr>
          <p:nvPr>
            <p:ph type="title"/>
          </p:nvPr>
        </p:nvSpPr>
        <p:spPr>
          <a:xfrm>
            <a:off x="889000" y="1316078"/>
            <a:ext cx="10072688" cy="550822"/>
          </a:xfrm>
          <a:prstGeom prst="rect">
            <a:avLst/>
          </a:prstGeom>
          <a:noFill/>
        </p:spPr>
        <p:txBody>
          <a:bodyPr wrap="square" lIns="0" tIns="0" rIns="0" bIns="0" rtlCol="0" anchor="t">
            <a:noAutofit/>
          </a:bodyPr>
          <a:lstStyle/>
          <a:p>
            <a:pPr algn="l">
              <a:lnSpc>
                <a:spcPts val="4324"/>
              </a:lnSpc>
              <a:spcBef>
                <a:spcPts val="0"/>
              </a:spcBef>
              <a:spcAft>
                <a:spcPts val="0"/>
              </a:spcAft>
              <a:buNone/>
            </a:pPr>
            <a:r>
              <a:rPr lang="en-US" sz="4700" b="1" dirty="0">
                <a:solidFill>
                  <a:srgbClr val="FFFFFF"/>
                </a:solidFill>
                <a:latin typeface="Inter Tight"/>
                <a:ea typeface="Inter Tight"/>
                <a:cs typeface="Inter Tight"/>
              </a:rPr>
              <a:t>Same operations. </a:t>
            </a:r>
            <a:r>
              <a:rPr lang="en-US" sz="4700" b="1" dirty="0">
                <a:solidFill>
                  <a:srgbClr val="6A9AFF"/>
                </a:solidFill>
                <a:latin typeface="Inter Tight"/>
                <a:ea typeface="Inter Tight"/>
                <a:cs typeface="Inter Tight"/>
              </a:rPr>
              <a:t>Your tools.</a:t>
            </a:r>
            <a:endParaRPr lang="en-US" sz="4700" dirty="0"/>
          </a:p>
        </p:txBody>
      </p:sp>
      <p:sp>
        <p:nvSpPr>
          <p:cNvPr id="25" name="card-0"/>
          <p:cNvSpPr/>
          <p:nvPr/>
        </p:nvSpPr>
        <p:spPr>
          <a:xfrm>
            <a:off x="889000" y="2730500"/>
            <a:ext cx="2413000" cy="2286000"/>
          </a:xfrm>
          <a:prstGeom prst="roundRect">
            <a:avLst>
              <a:gd name="adj" fmla="val 4444"/>
            </a:avLst>
          </a:prstGeom>
          <a:solidFill>
            <a:srgbClr val="2F3647"/>
          </a:solidFill>
          <a:ln>
            <a:noFill/>
          </a:ln>
        </p:spPr>
      </p:sp>
      <p:sp>
        <p:nvSpPr>
          <p:cNvPr id="26" name="number-0"/>
          <p:cNvSpPr txBox="1"/>
          <p:nvPr/>
        </p:nvSpPr>
        <p:spPr>
          <a:xfrm>
            <a:off x="1117600" y="285851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01</a:t>
            </a:r>
            <a:endParaRPr lang="en-US" sz="1400" dirty="0"/>
          </a:p>
        </p:txBody>
      </p:sp>
      <p:sp>
        <p:nvSpPr>
          <p:cNvPr id="27" name="label-0"/>
          <p:cNvSpPr txBox="1"/>
          <p:nvPr/>
        </p:nvSpPr>
        <p:spPr>
          <a:xfrm>
            <a:off x="1117600" y="3388736"/>
            <a:ext cx="1171575" cy="275214"/>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MCP</a:t>
            </a:r>
            <a:endParaRPr lang="en-US" sz="2450" dirty="0"/>
          </a:p>
        </p:txBody>
      </p:sp>
      <p:sp>
        <p:nvSpPr>
          <p:cNvPr id="28" name="body-0"/>
          <p:cNvSpPr txBox="1"/>
          <p:nvPr/>
        </p:nvSpPr>
        <p:spPr>
          <a:xfrm>
            <a:off x="1117600" y="3952680"/>
            <a:ext cx="1955800" cy="8542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Hand the workspace to your agent.</a:t>
            </a:r>
            <a:endParaRPr lang="en-US" sz="1700" dirty="0"/>
          </a:p>
        </p:txBody>
      </p:sp>
      <p:sp>
        <p:nvSpPr>
          <p:cNvPr id="29" name="card-1"/>
          <p:cNvSpPr/>
          <p:nvPr/>
        </p:nvSpPr>
        <p:spPr>
          <a:xfrm>
            <a:off x="3556000" y="2730500"/>
            <a:ext cx="2413000" cy="2286000"/>
          </a:xfrm>
          <a:prstGeom prst="roundRect">
            <a:avLst>
              <a:gd name="adj" fmla="val 4444"/>
            </a:avLst>
          </a:prstGeom>
          <a:solidFill>
            <a:srgbClr val="2F3647"/>
          </a:solidFill>
          <a:ln>
            <a:noFill/>
          </a:ln>
        </p:spPr>
      </p:sp>
      <p:sp>
        <p:nvSpPr>
          <p:cNvPr id="30" name="number-1"/>
          <p:cNvSpPr txBox="1"/>
          <p:nvPr/>
        </p:nvSpPr>
        <p:spPr>
          <a:xfrm>
            <a:off x="3784600" y="285851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02</a:t>
            </a:r>
            <a:endParaRPr lang="en-US" sz="1400" dirty="0"/>
          </a:p>
        </p:txBody>
      </p:sp>
      <p:sp>
        <p:nvSpPr>
          <p:cNvPr id="31" name="label-1"/>
          <p:cNvSpPr txBox="1"/>
          <p:nvPr/>
        </p:nvSpPr>
        <p:spPr>
          <a:xfrm>
            <a:off x="3784600" y="3388736"/>
            <a:ext cx="949325" cy="275214"/>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CLI</a:t>
            </a:r>
            <a:endParaRPr lang="en-US" sz="2450" dirty="0"/>
          </a:p>
        </p:txBody>
      </p:sp>
      <p:sp>
        <p:nvSpPr>
          <p:cNvPr id="32" name="body-1"/>
          <p:cNvSpPr txBox="1"/>
          <p:nvPr/>
        </p:nvSpPr>
        <p:spPr>
          <a:xfrm>
            <a:off x="3784600" y="3952680"/>
            <a:ext cx="1955800" cy="5748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Script it, batch it, run it in CI.</a:t>
            </a:r>
            <a:endParaRPr lang="en-US" sz="1700" dirty="0"/>
          </a:p>
        </p:txBody>
      </p:sp>
      <p:sp>
        <p:nvSpPr>
          <p:cNvPr id="33" name="card-2"/>
          <p:cNvSpPr/>
          <p:nvPr/>
        </p:nvSpPr>
        <p:spPr>
          <a:xfrm>
            <a:off x="6223000" y="2730500"/>
            <a:ext cx="2413000" cy="2286000"/>
          </a:xfrm>
          <a:prstGeom prst="roundRect">
            <a:avLst>
              <a:gd name="adj" fmla="val 4444"/>
            </a:avLst>
          </a:prstGeom>
          <a:solidFill>
            <a:srgbClr val="2F3647"/>
          </a:solidFill>
          <a:ln>
            <a:noFill/>
          </a:ln>
        </p:spPr>
      </p:sp>
      <p:sp>
        <p:nvSpPr>
          <p:cNvPr id="34" name="number-2"/>
          <p:cNvSpPr txBox="1"/>
          <p:nvPr/>
        </p:nvSpPr>
        <p:spPr>
          <a:xfrm>
            <a:off x="6451600" y="285851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03</a:t>
            </a:r>
            <a:endParaRPr lang="en-US" sz="1400" dirty="0"/>
          </a:p>
        </p:txBody>
      </p:sp>
      <p:sp>
        <p:nvSpPr>
          <p:cNvPr id="35" name="label-2"/>
          <p:cNvSpPr txBox="1"/>
          <p:nvPr/>
        </p:nvSpPr>
        <p:spPr>
          <a:xfrm>
            <a:off x="6451600" y="3385697"/>
            <a:ext cx="1520825" cy="335403"/>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Python</a:t>
            </a:r>
            <a:endParaRPr lang="en-US" sz="2450" dirty="0"/>
          </a:p>
        </p:txBody>
      </p:sp>
      <p:sp>
        <p:nvSpPr>
          <p:cNvPr id="36" name="body-2"/>
          <p:cNvSpPr txBox="1"/>
          <p:nvPr/>
        </p:nvSpPr>
        <p:spPr>
          <a:xfrm>
            <a:off x="6451600" y="3952680"/>
            <a:ext cx="1955800" cy="8542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Generate designs from code and data.</a:t>
            </a:r>
            <a:endParaRPr lang="en-US" sz="1700" dirty="0"/>
          </a:p>
        </p:txBody>
      </p:sp>
      <p:sp>
        <p:nvSpPr>
          <p:cNvPr id="37" name="card-3"/>
          <p:cNvSpPr/>
          <p:nvPr/>
        </p:nvSpPr>
        <p:spPr>
          <a:xfrm>
            <a:off x="8890000" y="2730500"/>
            <a:ext cx="2413000" cy="2286000"/>
          </a:xfrm>
          <a:prstGeom prst="roundRect">
            <a:avLst>
              <a:gd name="adj" fmla="val 4444"/>
            </a:avLst>
          </a:prstGeom>
          <a:solidFill>
            <a:srgbClr val="2F3647"/>
          </a:solidFill>
          <a:ln>
            <a:noFill/>
          </a:ln>
        </p:spPr>
      </p:sp>
      <p:sp>
        <p:nvSpPr>
          <p:cNvPr id="38" name="number-3"/>
          <p:cNvSpPr txBox="1"/>
          <p:nvPr/>
        </p:nvSpPr>
        <p:spPr>
          <a:xfrm>
            <a:off x="9118600" y="285851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04</a:t>
            </a:r>
            <a:endParaRPr lang="en-US" sz="1400" dirty="0"/>
          </a:p>
        </p:txBody>
      </p:sp>
      <p:sp>
        <p:nvSpPr>
          <p:cNvPr id="39" name="label-3"/>
          <p:cNvSpPr txBox="1"/>
          <p:nvPr/>
        </p:nvSpPr>
        <p:spPr>
          <a:xfrm>
            <a:off x="9118600" y="3388736"/>
            <a:ext cx="1247775" cy="275214"/>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REST</a:t>
            </a:r>
            <a:endParaRPr lang="en-US" sz="2450" dirty="0"/>
          </a:p>
        </p:txBody>
      </p:sp>
      <p:sp>
        <p:nvSpPr>
          <p:cNvPr id="40" name="body-3"/>
          <p:cNvSpPr txBox="1"/>
          <p:nvPr/>
        </p:nvSpPr>
        <p:spPr>
          <a:xfrm>
            <a:off x="9118600" y="3952680"/>
            <a:ext cx="1955800" cy="5748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Plug it into web services.</a:t>
            </a:r>
            <a:endParaRPr lang="en-US" sz="17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delivery">
    <p:bg>
      <p:bgPr>
        <a:solidFill>
          <a:srgbClr val="252B39"/>
        </a:solidFill>
        <a:effectLst/>
      </p:bgPr>
    </p:bg>
    <p:spTree>
      <p:nvGrpSpPr>
        <p:cNvPr id="1" name=""/>
        <p:cNvGrpSpPr/>
        <p:nvPr/>
      </p:nvGrpSpPr>
      <p:grpSpPr>
        <a:xfrm>
          <a:off x="0" y="0"/>
          <a:ext cx="0" cy="0"/>
          <a:chOff x="0" y="0"/>
          <a:chExt cx="0" cy="0"/>
        </a:xfrm>
      </p:grpSpPr>
      <p:grpSp>
        <p:nvGrpSpPr>
          <p:cNvPr id="21" name="footer-logo"/>
          <p:cNvGrpSpPr/>
          <p:nvPr/>
        </p:nvGrpSpPr>
        <p:grpSpPr>
          <a:xfrm>
            <a:off x="1047750" y="6127750"/>
            <a:ext cx="762000" cy="323850"/>
            <a:chOff x="0" y="0"/>
            <a:chExt cx="762000" cy="323850"/>
          </a:xfrm>
        </p:grpSpPr>
        <p:sp>
          <p:nvSpPr>
            <p:cNvPr id="2" name="footer-logo-v"/>
            <p:cNvSpPr/>
            <p:nvPr/>
          </p:nvSpPr>
          <p:spPr>
            <a:xfrm>
              <a:off x="0" y="88900"/>
              <a:ext cx="247650" cy="234950"/>
            </a:xfrm>
            <a:custGeom>
              <a:avLst/>
              <a:gdLst/>
              <a:ahLst/>
              <a:cxnLst/>
              <a:rect l="0" t="0" r="r" b="b"/>
              <a:pathLst>
                <a:path w="3900" h="3700">
                  <a:moveTo>
                    <a:pt x="52" y="32"/>
                  </a:moveTo>
                  <a:lnTo>
                    <a:pt x="1116" y="32"/>
                  </a:lnTo>
                  <a:lnTo>
                    <a:pt x="1965" y="2266"/>
                  </a:lnTo>
                  <a:lnTo>
                    <a:pt x="2813" y="32"/>
                  </a:lnTo>
                  <a:lnTo>
                    <a:pt x="3877" y="32"/>
                  </a:lnTo>
                  <a:lnTo>
                    <a:pt x="2497" y="3666"/>
                  </a:lnTo>
                  <a:lnTo>
                    <a:pt x="1433" y="3666"/>
                  </a:lnTo>
                  <a:lnTo>
                    <a:pt x="52" y="32"/>
                  </a:lnTo>
                  <a:close/>
                </a:path>
              </a:pathLst>
            </a:custGeom>
            <a:solidFill>
              <a:srgbClr val="FFFFFF"/>
            </a:solidFill>
            <a:ln>
              <a:noFill/>
            </a:ln>
          </p:spPr>
        </p:sp>
        <p:sp>
          <p:nvSpPr>
            <p:cNvPr id="3" name="footer-logo-i stem"/>
            <p:cNvSpPr/>
            <p:nvPr/>
          </p:nvSpPr>
          <p:spPr>
            <a:xfrm>
              <a:off x="285750" y="88900"/>
              <a:ext cx="69850" cy="234950"/>
            </a:xfrm>
            <a:custGeom>
              <a:avLst/>
              <a:gdLst/>
              <a:ahLst/>
              <a:cxnLst/>
              <a:rect l="0" t="0" r="r" b="b"/>
              <a:pathLst>
                <a:path w="1100" h="3700">
                  <a:moveTo>
                    <a:pt x="27" y="32"/>
                  </a:moveTo>
                  <a:lnTo>
                    <a:pt x="1022" y="32"/>
                  </a:lnTo>
                  <a:lnTo>
                    <a:pt x="1022" y="3666"/>
                  </a:lnTo>
                  <a:lnTo>
                    <a:pt x="27" y="3666"/>
                  </a:lnTo>
                  <a:lnTo>
                    <a:pt x="27" y="32"/>
                  </a:lnTo>
                  <a:close/>
                </a:path>
              </a:pathLst>
            </a:custGeom>
            <a:solidFill>
              <a:srgbClr val="FFFFFF"/>
            </a:solidFill>
            <a:ln>
              <a:noFill/>
            </a:ln>
          </p:spPr>
        </p:sp>
        <p:sp>
          <p:nvSpPr>
            <p:cNvPr id="4" name="footer-logo-i dot"/>
            <p:cNvSpPr/>
            <p:nvPr/>
          </p:nvSpPr>
          <p:spPr>
            <a:xfrm>
              <a:off x="285750" y="0"/>
              <a:ext cx="69850" cy="69850"/>
            </a:xfrm>
            <a:custGeom>
              <a:avLst/>
              <a:gdLst/>
              <a:ahLst/>
              <a:cxnLst/>
              <a:rect l="0" t="0" r="r" b="b"/>
              <a:pathLst>
                <a:path w="1100" h="1100">
                  <a:moveTo>
                    <a:pt x="27" y="17"/>
                  </a:moveTo>
                  <a:lnTo>
                    <a:pt x="1022" y="17"/>
                  </a:lnTo>
                  <a:lnTo>
                    <a:pt x="1022" y="1012"/>
                  </a:lnTo>
                  <a:lnTo>
                    <a:pt x="27" y="1012"/>
                  </a:lnTo>
                  <a:lnTo>
                    <a:pt x="27" y="17"/>
                  </a:lnTo>
                  <a:close/>
                </a:path>
              </a:pathLst>
            </a:custGeom>
            <a:solidFill>
              <a:srgbClr val="FFFFFF"/>
            </a:solidFill>
            <a:ln>
              <a:noFill/>
            </a:ln>
          </p:spPr>
        </p:sp>
        <p:sp>
          <p:nvSpPr>
            <p:cNvPr id="5" name="footer-logo-x"/>
            <p:cNvSpPr/>
            <p:nvPr/>
          </p:nvSpPr>
          <p:spPr>
            <a:xfrm>
              <a:off x="387350" y="88900"/>
              <a:ext cx="241300" cy="120650"/>
            </a:xfrm>
            <a:custGeom>
              <a:avLst/>
              <a:gdLst/>
              <a:ahLst/>
              <a:cxnLst/>
              <a:rect l="0" t="0" r="r" b="b"/>
              <a:pathLst>
                <a:path w="3800" h="1900">
                  <a:moveTo>
                    <a:pt x="72" y="32"/>
                  </a:moveTo>
                  <a:lnTo>
                    <a:pt x="1269" y="32"/>
                  </a:lnTo>
                  <a:lnTo>
                    <a:pt x="1889" y="956"/>
                  </a:lnTo>
                  <a:lnTo>
                    <a:pt x="2509" y="32"/>
                  </a:lnTo>
                  <a:lnTo>
                    <a:pt x="3706" y="32"/>
                  </a:lnTo>
                  <a:lnTo>
                    <a:pt x="2488" y="1849"/>
                  </a:lnTo>
                  <a:lnTo>
                    <a:pt x="1290" y="1849"/>
                  </a:lnTo>
                  <a:lnTo>
                    <a:pt x="72" y="32"/>
                  </a:lnTo>
                  <a:close/>
                </a:path>
              </a:pathLst>
            </a:custGeom>
            <a:solidFill>
              <a:srgbClr val="FFFFFF"/>
            </a:solidFill>
            <a:ln>
              <a:noFill/>
            </a:ln>
          </p:spPr>
        </p:sp>
        <p:sp>
          <p:nvSpPr>
            <p:cNvPr id="6" name="footer-logo-x reflection band 1"/>
            <p:cNvSpPr/>
            <p:nvPr/>
          </p:nvSpPr>
          <p:spPr>
            <a:xfrm>
              <a:off x="457200" y="203200"/>
              <a:ext cx="95250" cy="12700"/>
            </a:xfrm>
            <a:custGeom>
              <a:avLst/>
              <a:gdLst/>
              <a:ahLst/>
              <a:cxnLst/>
              <a:rect l="0" t="0" r="r" b="b"/>
              <a:pathLst>
                <a:path w="1500" h="200">
                  <a:moveTo>
                    <a:pt x="1483" y="192"/>
                  </a:moveTo>
                  <a:lnTo>
                    <a:pt x="1388" y="49"/>
                  </a:lnTo>
                  <a:lnTo>
                    <a:pt x="190" y="49"/>
                  </a:lnTo>
                  <a:lnTo>
                    <a:pt x="95" y="192"/>
                  </a:lnTo>
                  <a:lnTo>
                    <a:pt x="1483" y="192"/>
                  </a:lnTo>
                  <a:close/>
                </a:path>
              </a:pathLst>
            </a:custGeom>
            <a:solidFill>
              <a:srgbClr val="6A9AFF"/>
            </a:solidFill>
            <a:ln>
              <a:noFill/>
            </a:ln>
          </p:spPr>
        </p:sp>
        <p:sp>
          <p:nvSpPr>
            <p:cNvPr id="7" name="footer-logo-x reflection band 2"/>
            <p:cNvSpPr/>
            <p:nvPr/>
          </p:nvSpPr>
          <p:spPr>
            <a:xfrm>
              <a:off x="469900" y="222250"/>
              <a:ext cx="114300" cy="12700"/>
            </a:xfrm>
            <a:custGeom>
              <a:avLst/>
              <a:gdLst/>
              <a:ahLst/>
              <a:cxnLst/>
              <a:rect l="0" t="0" r="r" b="b"/>
              <a:pathLst>
                <a:path w="1800" h="200">
                  <a:moveTo>
                    <a:pt x="1763" y="152"/>
                  </a:moveTo>
                  <a:lnTo>
                    <a:pt x="1668" y="9"/>
                  </a:lnTo>
                  <a:lnTo>
                    <a:pt x="122" y="9"/>
                  </a:lnTo>
                  <a:lnTo>
                    <a:pt x="27" y="152"/>
                  </a:lnTo>
                  <a:lnTo>
                    <a:pt x="1763" y="152"/>
                  </a:lnTo>
                  <a:close/>
                </a:path>
              </a:pathLst>
            </a:custGeom>
            <a:solidFill>
              <a:srgbClr val="6A9AFF"/>
            </a:solidFill>
            <a:ln>
              <a:noFill/>
            </a:ln>
          </p:spPr>
        </p:sp>
        <p:sp>
          <p:nvSpPr>
            <p:cNvPr id="8" name="footer-logo-x reflection band 3"/>
            <p:cNvSpPr/>
            <p:nvPr/>
          </p:nvSpPr>
          <p:spPr>
            <a:xfrm>
              <a:off x="419100" y="234950"/>
              <a:ext cx="139700" cy="19050"/>
            </a:xfrm>
            <a:custGeom>
              <a:avLst/>
              <a:gdLst/>
              <a:ahLst/>
              <a:cxnLst/>
              <a:rect l="0" t="0" r="r" b="b"/>
              <a:pathLst>
                <a:path w="2200" h="300">
                  <a:moveTo>
                    <a:pt x="2164" y="211"/>
                  </a:moveTo>
                  <a:lnTo>
                    <a:pt x="2068" y="68"/>
                  </a:lnTo>
                  <a:lnTo>
                    <a:pt x="175" y="68"/>
                  </a:lnTo>
                  <a:lnTo>
                    <a:pt x="79" y="211"/>
                  </a:lnTo>
                  <a:lnTo>
                    <a:pt x="2164" y="211"/>
                  </a:lnTo>
                  <a:close/>
                </a:path>
              </a:pathLst>
            </a:custGeom>
            <a:solidFill>
              <a:srgbClr val="5B87E6"/>
            </a:solidFill>
            <a:ln>
              <a:noFill/>
            </a:ln>
          </p:spPr>
        </p:sp>
        <p:sp>
          <p:nvSpPr>
            <p:cNvPr id="9" name="footer-logo-x reflection band 4"/>
            <p:cNvSpPr/>
            <p:nvPr/>
          </p:nvSpPr>
          <p:spPr>
            <a:xfrm>
              <a:off x="450850" y="254000"/>
              <a:ext cx="165100" cy="12700"/>
            </a:xfrm>
            <a:custGeom>
              <a:avLst/>
              <a:gdLst/>
              <a:ahLst/>
              <a:cxnLst/>
              <a:rect l="0" t="0" r="r" b="b"/>
              <a:pathLst>
                <a:path w="2600" h="200">
                  <a:moveTo>
                    <a:pt x="1291" y="171"/>
                  </a:moveTo>
                  <a:lnTo>
                    <a:pt x="1310" y="142"/>
                  </a:lnTo>
                  <a:lnTo>
                    <a:pt x="1329" y="171"/>
                  </a:lnTo>
                  <a:lnTo>
                    <a:pt x="2526" y="171"/>
                  </a:lnTo>
                  <a:lnTo>
                    <a:pt x="2430" y="28"/>
                  </a:lnTo>
                  <a:lnTo>
                    <a:pt x="189" y="28"/>
                  </a:lnTo>
                  <a:lnTo>
                    <a:pt x="93" y="171"/>
                  </a:lnTo>
                  <a:lnTo>
                    <a:pt x="1291" y="171"/>
                  </a:lnTo>
                  <a:close/>
                </a:path>
              </a:pathLst>
            </a:custGeom>
            <a:solidFill>
              <a:srgbClr val="5B87E6"/>
            </a:solidFill>
            <a:ln>
              <a:noFill/>
            </a:ln>
          </p:spPr>
        </p:sp>
        <p:sp>
          <p:nvSpPr>
            <p:cNvPr id="10" name="footer-logo-x reflection band 5"/>
            <p:cNvSpPr/>
            <p:nvPr/>
          </p:nvSpPr>
          <p:spPr>
            <a:xfrm>
              <a:off x="393700" y="266700"/>
              <a:ext cx="184150" cy="19050"/>
            </a:xfrm>
            <a:custGeom>
              <a:avLst/>
              <a:gdLst/>
              <a:ahLst/>
              <a:cxnLst/>
              <a:rect l="0" t="0" r="r" b="b"/>
              <a:pathLst>
                <a:path w="2900" h="300">
                  <a:moveTo>
                    <a:pt x="1252" y="230"/>
                  </a:moveTo>
                  <a:lnTo>
                    <a:pt x="1347" y="88"/>
                  </a:lnTo>
                  <a:lnTo>
                    <a:pt x="1542" y="88"/>
                  </a:lnTo>
                  <a:lnTo>
                    <a:pt x="1638" y="230"/>
                  </a:lnTo>
                  <a:lnTo>
                    <a:pt x="2835" y="230"/>
                  </a:lnTo>
                  <a:lnTo>
                    <a:pt x="2740" y="88"/>
                  </a:lnTo>
                  <a:lnTo>
                    <a:pt x="150" y="88"/>
                  </a:lnTo>
                  <a:lnTo>
                    <a:pt x="54" y="230"/>
                  </a:lnTo>
                  <a:lnTo>
                    <a:pt x="1252" y="230"/>
                  </a:lnTo>
                  <a:close/>
                </a:path>
              </a:pathLst>
            </a:custGeom>
            <a:solidFill>
              <a:srgbClr val="4A6FC0"/>
            </a:solidFill>
            <a:ln>
              <a:noFill/>
            </a:ln>
          </p:spPr>
        </p:sp>
        <p:sp>
          <p:nvSpPr>
            <p:cNvPr id="11" name="footer-logo-x reflection band 6"/>
            <p:cNvSpPr/>
            <p:nvPr/>
          </p:nvSpPr>
          <p:spPr>
            <a:xfrm>
              <a:off x="438150" y="285750"/>
              <a:ext cx="203200" cy="12700"/>
            </a:xfrm>
            <a:custGeom>
              <a:avLst/>
              <a:gdLst/>
              <a:ahLst/>
              <a:cxnLst/>
              <a:rect l="0" t="0" r="r" b="b"/>
              <a:pathLst>
                <a:path w="3200" h="200">
                  <a:moveTo>
                    <a:pt x="1219" y="190"/>
                  </a:moveTo>
                  <a:lnTo>
                    <a:pt x="1315" y="47"/>
                  </a:lnTo>
                  <a:lnTo>
                    <a:pt x="1858" y="47"/>
                  </a:lnTo>
                  <a:lnTo>
                    <a:pt x="1953" y="190"/>
                  </a:lnTo>
                  <a:lnTo>
                    <a:pt x="3151" y="190"/>
                  </a:lnTo>
                  <a:lnTo>
                    <a:pt x="3055" y="47"/>
                  </a:lnTo>
                  <a:lnTo>
                    <a:pt x="117" y="47"/>
                  </a:lnTo>
                  <a:lnTo>
                    <a:pt x="22" y="190"/>
                  </a:lnTo>
                  <a:lnTo>
                    <a:pt x="1219" y="190"/>
                  </a:lnTo>
                  <a:close/>
                </a:path>
              </a:pathLst>
            </a:custGeom>
            <a:solidFill>
              <a:srgbClr val="4A6FC0"/>
            </a:solidFill>
            <a:ln>
              <a:noFill/>
            </a:ln>
          </p:spPr>
        </p:sp>
        <p:sp>
          <p:nvSpPr>
            <p:cNvPr id="12" name="footer-logo-x reflection band 7"/>
            <p:cNvSpPr/>
            <p:nvPr/>
          </p:nvSpPr>
          <p:spPr>
            <a:xfrm>
              <a:off x="381000" y="304800"/>
              <a:ext cx="228600" cy="12700"/>
            </a:xfrm>
            <a:custGeom>
              <a:avLst/>
              <a:gdLst/>
              <a:ahLst/>
              <a:cxnLst/>
              <a:rect l="0" t="0" r="r" b="b"/>
              <a:pathLst>
                <a:path w="3600" h="200">
                  <a:moveTo>
                    <a:pt x="1257" y="149"/>
                  </a:moveTo>
                  <a:lnTo>
                    <a:pt x="1352" y="7"/>
                  </a:lnTo>
                  <a:lnTo>
                    <a:pt x="2243" y="7"/>
                  </a:lnTo>
                  <a:lnTo>
                    <a:pt x="2339" y="149"/>
                  </a:lnTo>
                  <a:lnTo>
                    <a:pt x="3536" y="149"/>
                  </a:lnTo>
                  <a:lnTo>
                    <a:pt x="3441" y="7"/>
                  </a:lnTo>
                  <a:lnTo>
                    <a:pt x="155" y="7"/>
                  </a:lnTo>
                  <a:lnTo>
                    <a:pt x="59" y="149"/>
                  </a:lnTo>
                  <a:lnTo>
                    <a:pt x="1257" y="149"/>
                  </a:lnTo>
                  <a:close/>
                </a:path>
              </a:pathLst>
            </a:custGeom>
            <a:solidFill>
              <a:srgbClr val="3A5288"/>
            </a:solidFill>
            <a:ln>
              <a:noFill/>
            </a:ln>
          </p:spPr>
        </p:sp>
        <p:sp>
          <p:nvSpPr>
            <p:cNvPr id="13" name="footer-logo-l"/>
            <p:cNvSpPr/>
            <p:nvPr/>
          </p:nvSpPr>
          <p:spPr>
            <a:xfrm>
              <a:off x="660400" y="0"/>
              <a:ext cx="69850" cy="209550"/>
            </a:xfrm>
            <a:custGeom>
              <a:avLst/>
              <a:gdLst/>
              <a:ahLst/>
              <a:cxnLst/>
              <a:rect l="0" t="0" r="r" b="b"/>
              <a:pathLst>
                <a:path w="1100" h="3300">
                  <a:moveTo>
                    <a:pt x="56" y="17"/>
                  </a:moveTo>
                  <a:lnTo>
                    <a:pt x="1051" y="17"/>
                  </a:lnTo>
                  <a:lnTo>
                    <a:pt x="1051" y="3249"/>
                  </a:lnTo>
                  <a:lnTo>
                    <a:pt x="56" y="3249"/>
                  </a:lnTo>
                  <a:lnTo>
                    <a:pt x="56" y="17"/>
                  </a:lnTo>
                  <a:close/>
                </a:path>
              </a:pathLst>
            </a:custGeom>
            <a:solidFill>
              <a:srgbClr val="FFFFFF"/>
            </a:solidFill>
            <a:ln>
              <a:noFill/>
            </a:ln>
          </p:spPr>
        </p:sp>
        <p:sp>
          <p:nvSpPr>
            <p:cNvPr id="14" name="footer-logo-l reflection band 1"/>
            <p:cNvSpPr/>
            <p:nvPr/>
          </p:nvSpPr>
          <p:spPr>
            <a:xfrm>
              <a:off x="660400" y="203200"/>
              <a:ext cx="69850" cy="12700"/>
            </a:xfrm>
            <a:custGeom>
              <a:avLst/>
              <a:gdLst/>
              <a:ahLst/>
              <a:cxnLst/>
              <a:rect l="0" t="0" r="r" b="b"/>
              <a:pathLst>
                <a:path w="1100" h="200">
                  <a:moveTo>
                    <a:pt x="56" y="49"/>
                  </a:moveTo>
                  <a:lnTo>
                    <a:pt x="1051" y="49"/>
                  </a:lnTo>
                  <a:lnTo>
                    <a:pt x="1051" y="192"/>
                  </a:lnTo>
                  <a:lnTo>
                    <a:pt x="56" y="192"/>
                  </a:lnTo>
                  <a:lnTo>
                    <a:pt x="56" y="49"/>
                  </a:lnTo>
                  <a:close/>
                </a:path>
              </a:pathLst>
            </a:custGeom>
            <a:solidFill>
              <a:srgbClr val="6A9AFF"/>
            </a:solidFill>
            <a:ln>
              <a:noFill/>
            </a:ln>
          </p:spPr>
        </p:sp>
        <p:sp>
          <p:nvSpPr>
            <p:cNvPr id="15" name="footer-logo-l reflection band 2"/>
            <p:cNvSpPr/>
            <p:nvPr/>
          </p:nvSpPr>
          <p:spPr>
            <a:xfrm>
              <a:off x="679450" y="222250"/>
              <a:ext cx="69850" cy="12700"/>
            </a:xfrm>
            <a:custGeom>
              <a:avLst/>
              <a:gdLst/>
              <a:ahLst/>
              <a:cxnLst/>
              <a:rect l="0" t="0" r="r" b="b"/>
              <a:pathLst>
                <a:path w="1100" h="200">
                  <a:moveTo>
                    <a:pt x="1057" y="9"/>
                  </a:moveTo>
                  <a:lnTo>
                    <a:pt x="1057" y="152"/>
                  </a:lnTo>
                  <a:lnTo>
                    <a:pt x="62" y="152"/>
                  </a:lnTo>
                  <a:lnTo>
                    <a:pt x="62" y="9"/>
                  </a:lnTo>
                  <a:lnTo>
                    <a:pt x="1057" y="9"/>
                  </a:lnTo>
                  <a:close/>
                </a:path>
              </a:pathLst>
            </a:custGeom>
            <a:solidFill>
              <a:srgbClr val="6A9AFF"/>
            </a:solidFill>
            <a:ln>
              <a:noFill/>
            </a:ln>
          </p:spPr>
        </p:sp>
        <p:sp>
          <p:nvSpPr>
            <p:cNvPr id="16" name="footer-logo-l reflection band 3"/>
            <p:cNvSpPr/>
            <p:nvPr/>
          </p:nvSpPr>
          <p:spPr>
            <a:xfrm>
              <a:off x="641350" y="234950"/>
              <a:ext cx="69850" cy="19050"/>
            </a:xfrm>
            <a:custGeom>
              <a:avLst/>
              <a:gdLst/>
              <a:ahLst/>
              <a:cxnLst/>
              <a:rect l="0" t="0" r="r" b="b"/>
              <a:pathLst>
                <a:path w="1100" h="300">
                  <a:moveTo>
                    <a:pt x="1083" y="68"/>
                  </a:moveTo>
                  <a:lnTo>
                    <a:pt x="1083" y="211"/>
                  </a:lnTo>
                  <a:lnTo>
                    <a:pt x="88" y="211"/>
                  </a:lnTo>
                  <a:lnTo>
                    <a:pt x="88" y="68"/>
                  </a:lnTo>
                  <a:lnTo>
                    <a:pt x="1083" y="68"/>
                  </a:lnTo>
                  <a:close/>
                </a:path>
              </a:pathLst>
            </a:custGeom>
            <a:solidFill>
              <a:srgbClr val="5B87E6"/>
            </a:solidFill>
            <a:ln>
              <a:noFill/>
            </a:ln>
          </p:spPr>
        </p:sp>
        <p:sp>
          <p:nvSpPr>
            <p:cNvPr id="17" name="footer-logo-l reflection band 4"/>
            <p:cNvSpPr/>
            <p:nvPr/>
          </p:nvSpPr>
          <p:spPr>
            <a:xfrm>
              <a:off x="685800" y="254000"/>
              <a:ext cx="69850" cy="12700"/>
            </a:xfrm>
            <a:custGeom>
              <a:avLst/>
              <a:gdLst/>
              <a:ahLst/>
              <a:cxnLst/>
              <a:rect l="0" t="0" r="r" b="b"/>
              <a:pathLst>
                <a:path w="1100" h="200">
                  <a:moveTo>
                    <a:pt x="1071" y="28"/>
                  </a:moveTo>
                  <a:lnTo>
                    <a:pt x="1071" y="171"/>
                  </a:lnTo>
                  <a:lnTo>
                    <a:pt x="77" y="171"/>
                  </a:lnTo>
                  <a:lnTo>
                    <a:pt x="77" y="28"/>
                  </a:lnTo>
                  <a:lnTo>
                    <a:pt x="1071" y="28"/>
                  </a:lnTo>
                  <a:close/>
                </a:path>
              </a:pathLst>
            </a:custGeom>
            <a:solidFill>
              <a:srgbClr val="5B87E6"/>
            </a:solidFill>
            <a:ln>
              <a:noFill/>
            </a:ln>
          </p:spPr>
        </p:sp>
        <p:sp>
          <p:nvSpPr>
            <p:cNvPr id="18" name="footer-logo-l reflection band 5"/>
            <p:cNvSpPr/>
            <p:nvPr/>
          </p:nvSpPr>
          <p:spPr>
            <a:xfrm>
              <a:off x="641350" y="266700"/>
              <a:ext cx="69850" cy="19050"/>
            </a:xfrm>
            <a:custGeom>
              <a:avLst/>
              <a:gdLst/>
              <a:ahLst/>
              <a:cxnLst/>
              <a:rect l="0" t="0" r="r" b="b"/>
              <a:pathLst>
                <a:path w="1100" h="300">
                  <a:moveTo>
                    <a:pt x="1006" y="88"/>
                  </a:moveTo>
                  <a:lnTo>
                    <a:pt x="1006" y="230"/>
                  </a:lnTo>
                  <a:lnTo>
                    <a:pt x="12" y="230"/>
                  </a:lnTo>
                  <a:lnTo>
                    <a:pt x="12" y="88"/>
                  </a:lnTo>
                  <a:lnTo>
                    <a:pt x="1006" y="88"/>
                  </a:lnTo>
                  <a:close/>
                </a:path>
              </a:pathLst>
            </a:custGeom>
            <a:solidFill>
              <a:srgbClr val="4A6FC0"/>
            </a:solidFill>
            <a:ln>
              <a:noFill/>
            </a:ln>
          </p:spPr>
        </p:sp>
        <p:sp>
          <p:nvSpPr>
            <p:cNvPr id="19" name="footer-logo-l reflection band 6"/>
            <p:cNvSpPr/>
            <p:nvPr/>
          </p:nvSpPr>
          <p:spPr>
            <a:xfrm>
              <a:off x="692150" y="285750"/>
              <a:ext cx="69850" cy="12700"/>
            </a:xfrm>
            <a:custGeom>
              <a:avLst/>
              <a:gdLst/>
              <a:ahLst/>
              <a:cxnLst/>
              <a:rect l="0" t="0" r="r" b="b"/>
              <a:pathLst>
                <a:path w="1100" h="200">
                  <a:moveTo>
                    <a:pt x="1048" y="47"/>
                  </a:moveTo>
                  <a:lnTo>
                    <a:pt x="1048" y="190"/>
                  </a:lnTo>
                  <a:lnTo>
                    <a:pt x="53" y="190"/>
                  </a:lnTo>
                  <a:lnTo>
                    <a:pt x="53" y="47"/>
                  </a:lnTo>
                  <a:lnTo>
                    <a:pt x="1048" y="47"/>
                  </a:lnTo>
                  <a:close/>
                </a:path>
              </a:pathLst>
            </a:custGeom>
            <a:solidFill>
              <a:srgbClr val="4A6FC0"/>
            </a:solidFill>
            <a:ln>
              <a:noFill/>
            </a:ln>
          </p:spPr>
        </p:sp>
        <p:sp>
          <p:nvSpPr>
            <p:cNvPr id="20" name="footer-logo-l reflection band 7"/>
            <p:cNvSpPr/>
            <p:nvPr/>
          </p:nvSpPr>
          <p:spPr>
            <a:xfrm>
              <a:off x="647700" y="304800"/>
              <a:ext cx="69850" cy="12700"/>
            </a:xfrm>
            <a:custGeom>
              <a:avLst/>
              <a:gdLst/>
              <a:ahLst/>
              <a:cxnLst/>
              <a:rect l="0" t="0" r="r" b="b"/>
              <a:pathLst>
                <a:path w="1100" h="200">
                  <a:moveTo>
                    <a:pt x="1059" y="7"/>
                  </a:moveTo>
                  <a:lnTo>
                    <a:pt x="1059" y="149"/>
                  </a:lnTo>
                  <a:lnTo>
                    <a:pt x="65" y="149"/>
                  </a:lnTo>
                  <a:lnTo>
                    <a:pt x="65" y="7"/>
                  </a:lnTo>
                  <a:lnTo>
                    <a:pt x="1059" y="7"/>
                  </a:lnTo>
                  <a:close/>
                </a:path>
              </a:pathLst>
            </a:custGeom>
            <a:solidFill>
              <a:srgbClr val="3A5288"/>
            </a:solidFill>
            <a:ln>
              <a:noFill/>
            </a:ln>
          </p:spPr>
        </p:sp>
      </p:grpSp>
      <p:sp>
        <p:nvSpPr>
          <p:cNvPr id="22" name="page-num"/>
          <p:cNvSpPr txBox="1"/>
          <p:nvPr/>
        </p:nvSpPr>
        <p:spPr>
          <a:xfrm>
            <a:off x="10604500" y="6206744"/>
            <a:ext cx="869950" cy="194056"/>
          </a:xfrm>
          <a:prstGeom prst="rect">
            <a:avLst/>
          </a:prstGeom>
          <a:noFill/>
        </p:spPr>
        <p:txBody>
          <a:bodyPr wrap="square" lIns="0" tIns="0" rIns="0" bIns="0" rtlCol="0" anchor="t">
            <a:noAutofit/>
          </a:bodyPr>
          <a:lstStyle/>
          <a:p>
            <a:pPr algn="l">
              <a:lnSpc>
                <a:spcPts val="1734"/>
              </a:lnSpc>
              <a:buNone/>
            </a:pPr>
            <a:r>
              <a:rPr lang="en-US" sz="1200" dirty="0">
                <a:solidFill>
                  <a:srgbClr val="AEB7CA"/>
                </a:solidFill>
                <a:latin typeface="JetBrains Mono"/>
                <a:ea typeface="JetBrains Mono"/>
                <a:cs typeface="JetBrains Mono"/>
              </a:rPr>
              <a:t>11 / 12</a:t>
            </a:r>
            <a:endParaRPr lang="en-US" sz="1200" dirty="0"/>
          </a:p>
        </p:txBody>
      </p:sp>
      <p:sp>
        <p:nvSpPr>
          <p:cNvPr id="23" name="kicker"/>
          <p:cNvSpPr txBox="1"/>
          <p:nvPr/>
        </p:nvSpPr>
        <p:spPr>
          <a:xfrm>
            <a:off x="889000" y="559816"/>
            <a:ext cx="2405062"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A COMPLETE HANDOFF</a:t>
            </a:r>
            <a:endParaRPr lang="en-US" sz="1400" dirty="0"/>
          </a:p>
        </p:txBody>
      </p:sp>
      <p:sp>
        <p:nvSpPr>
          <p:cNvPr id="24" name="headline"/>
          <p:cNvSpPr>
            <a:spLocks noGrp="1"/>
          </p:cNvSpPr>
          <p:nvPr>
            <p:ph type="title"/>
          </p:nvPr>
        </p:nvSpPr>
        <p:spPr>
          <a:xfrm>
            <a:off x="889000" y="1316078"/>
            <a:ext cx="11279188" cy="550822"/>
          </a:xfrm>
          <a:prstGeom prst="rect">
            <a:avLst/>
          </a:prstGeom>
          <a:noFill/>
        </p:spPr>
        <p:txBody>
          <a:bodyPr wrap="square" lIns="0" tIns="0" rIns="0" bIns="0" rtlCol="0" anchor="t">
            <a:noAutofit/>
          </a:bodyPr>
          <a:lstStyle/>
          <a:p>
            <a:pPr algn="l">
              <a:lnSpc>
                <a:spcPts val="4324"/>
              </a:lnSpc>
              <a:spcBef>
                <a:spcPts val="0"/>
              </a:spcBef>
              <a:spcAft>
                <a:spcPts val="0"/>
              </a:spcAft>
              <a:buNone/>
            </a:pPr>
            <a:r>
              <a:rPr lang="en-US" sz="4700" b="1" dirty="0">
                <a:solidFill>
                  <a:srgbClr val="FFFFFF"/>
                </a:solidFill>
                <a:latin typeface="Inter Tight"/>
                <a:ea typeface="Inter Tight"/>
                <a:cs typeface="Inter Tight"/>
              </a:rPr>
              <a:t>Whatever format </a:t>
            </a:r>
            <a:r>
              <a:rPr lang="en-US" sz="4700" b="1" dirty="0">
                <a:solidFill>
                  <a:srgbClr val="6A9AFF"/>
                </a:solidFill>
                <a:latin typeface="Inter Tight"/>
                <a:ea typeface="Inter Tight"/>
                <a:cs typeface="Inter Tight"/>
              </a:rPr>
              <a:t>they asked for.</a:t>
            </a:r>
            <a:endParaRPr lang="en-US" sz="4700" dirty="0"/>
          </a:p>
        </p:txBody>
      </p:sp>
      <p:sp>
        <p:nvSpPr>
          <p:cNvPr id="25" name="card-0"/>
          <p:cNvSpPr/>
          <p:nvPr/>
        </p:nvSpPr>
        <p:spPr>
          <a:xfrm>
            <a:off x="889000" y="2730500"/>
            <a:ext cx="3302000" cy="2444750"/>
          </a:xfrm>
          <a:prstGeom prst="roundRect">
            <a:avLst>
              <a:gd name="adj" fmla="val 4156"/>
            </a:avLst>
          </a:prstGeom>
          <a:solidFill>
            <a:srgbClr val="2F3647"/>
          </a:solidFill>
          <a:ln>
            <a:noFill/>
          </a:ln>
        </p:spPr>
      </p:sp>
      <p:sp>
        <p:nvSpPr>
          <p:cNvPr id="26" name="number-0"/>
          <p:cNvSpPr txBox="1"/>
          <p:nvPr/>
        </p:nvSpPr>
        <p:spPr>
          <a:xfrm>
            <a:off x="1117600" y="285851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01</a:t>
            </a:r>
            <a:endParaRPr lang="en-US" sz="1400" dirty="0"/>
          </a:p>
        </p:txBody>
      </p:sp>
      <p:sp>
        <p:nvSpPr>
          <p:cNvPr id="27" name="label-0"/>
          <p:cNvSpPr txBox="1"/>
          <p:nvPr/>
        </p:nvSpPr>
        <p:spPr>
          <a:xfrm>
            <a:off x="1117600" y="3388736"/>
            <a:ext cx="1501775" cy="275214"/>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Screen</a:t>
            </a:r>
            <a:endParaRPr lang="en-US" sz="2450" dirty="0"/>
          </a:p>
        </p:txBody>
      </p:sp>
      <p:sp>
        <p:nvSpPr>
          <p:cNvPr id="28" name="body-0"/>
          <p:cNvSpPr txBox="1"/>
          <p:nvPr/>
        </p:nvSpPr>
        <p:spPr>
          <a:xfrm>
            <a:off x="1117600" y="3952680"/>
            <a:ext cx="2844800" cy="5748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PNG, JPEG, WebP, SVG and icons.</a:t>
            </a:r>
            <a:endParaRPr lang="en-US" sz="1700" dirty="0"/>
          </a:p>
        </p:txBody>
      </p:sp>
      <p:sp>
        <p:nvSpPr>
          <p:cNvPr id="29" name="card-1"/>
          <p:cNvSpPr/>
          <p:nvPr/>
        </p:nvSpPr>
        <p:spPr>
          <a:xfrm>
            <a:off x="4445000" y="2730500"/>
            <a:ext cx="3302000" cy="2444750"/>
          </a:xfrm>
          <a:prstGeom prst="roundRect">
            <a:avLst>
              <a:gd name="adj" fmla="val 4156"/>
            </a:avLst>
          </a:prstGeom>
          <a:solidFill>
            <a:srgbClr val="2F3647"/>
          </a:solidFill>
          <a:ln>
            <a:noFill/>
          </a:ln>
        </p:spPr>
      </p:sp>
      <p:sp>
        <p:nvSpPr>
          <p:cNvPr id="30" name="number-1"/>
          <p:cNvSpPr txBox="1"/>
          <p:nvPr/>
        </p:nvSpPr>
        <p:spPr>
          <a:xfrm>
            <a:off x="4673600" y="285851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02</a:t>
            </a:r>
            <a:endParaRPr lang="en-US" sz="1400" dirty="0"/>
          </a:p>
        </p:txBody>
      </p:sp>
      <p:sp>
        <p:nvSpPr>
          <p:cNvPr id="31" name="label-1"/>
          <p:cNvSpPr txBox="1"/>
          <p:nvPr/>
        </p:nvSpPr>
        <p:spPr>
          <a:xfrm>
            <a:off x="4673600" y="3385697"/>
            <a:ext cx="2168525" cy="278253"/>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Documents</a:t>
            </a:r>
            <a:endParaRPr lang="en-US" sz="2450" dirty="0"/>
          </a:p>
        </p:txBody>
      </p:sp>
      <p:sp>
        <p:nvSpPr>
          <p:cNvPr id="32" name="body-1"/>
          <p:cNvSpPr txBox="1"/>
          <p:nvPr/>
        </p:nvSpPr>
        <p:spPr>
          <a:xfrm>
            <a:off x="4673600" y="3952680"/>
            <a:ext cx="2844800" cy="5748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PDF, fillable PDF, PPTX and HTML decks.</a:t>
            </a:r>
            <a:endParaRPr lang="en-US" sz="1700" dirty="0"/>
          </a:p>
        </p:txBody>
      </p:sp>
      <p:sp>
        <p:nvSpPr>
          <p:cNvPr id="33" name="card-2"/>
          <p:cNvSpPr/>
          <p:nvPr/>
        </p:nvSpPr>
        <p:spPr>
          <a:xfrm>
            <a:off x="8001000" y="2730500"/>
            <a:ext cx="3302000" cy="2444750"/>
          </a:xfrm>
          <a:prstGeom prst="roundRect">
            <a:avLst>
              <a:gd name="adj" fmla="val 4156"/>
            </a:avLst>
          </a:prstGeom>
          <a:solidFill>
            <a:srgbClr val="2F3647"/>
          </a:solidFill>
          <a:ln>
            <a:noFill/>
          </a:ln>
        </p:spPr>
      </p:sp>
      <p:sp>
        <p:nvSpPr>
          <p:cNvPr id="34" name="number-2"/>
          <p:cNvSpPr txBox="1"/>
          <p:nvPr/>
        </p:nvSpPr>
        <p:spPr>
          <a:xfrm>
            <a:off x="8229600" y="2858516"/>
            <a:ext cx="4826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03</a:t>
            </a:r>
            <a:endParaRPr lang="en-US" sz="1400" dirty="0"/>
          </a:p>
        </p:txBody>
      </p:sp>
      <p:sp>
        <p:nvSpPr>
          <p:cNvPr id="35" name="label-2"/>
          <p:cNvSpPr txBox="1"/>
          <p:nvPr/>
        </p:nvSpPr>
        <p:spPr>
          <a:xfrm>
            <a:off x="8229600" y="3400434"/>
            <a:ext cx="2571750" cy="276216"/>
          </a:xfrm>
          <a:prstGeom prst="rect">
            <a:avLst/>
          </a:prstGeom>
          <a:noFill/>
        </p:spPr>
        <p:txBody>
          <a:bodyPr wrap="square" lIns="0" tIns="0" rIns="0" bIns="0" rtlCol="0" anchor="t">
            <a:noAutofit/>
          </a:bodyPr>
          <a:lstStyle/>
          <a:p>
            <a:pPr algn="l">
              <a:lnSpc>
                <a:spcPts val="2714"/>
              </a:lnSpc>
              <a:buNone/>
            </a:pPr>
            <a:r>
              <a:rPr lang="en-US" sz="2450" b="1" dirty="0">
                <a:solidFill>
                  <a:srgbClr val="FFFFFF"/>
                </a:solidFill>
                <a:latin typeface="Inter Tight"/>
                <a:ea typeface="Inter Tight"/>
                <a:cs typeface="Inter Tight"/>
              </a:rPr>
              <a:t>Print + motion</a:t>
            </a:r>
            <a:endParaRPr lang="en-US" sz="2450" dirty="0"/>
          </a:p>
        </p:txBody>
      </p:sp>
      <p:sp>
        <p:nvSpPr>
          <p:cNvPr id="36" name="body-2"/>
          <p:cNvSpPr txBox="1"/>
          <p:nvPr/>
        </p:nvSpPr>
        <p:spPr>
          <a:xfrm>
            <a:off x="8229600" y="3952680"/>
            <a:ext cx="2844800" cy="574870"/>
          </a:xfrm>
          <a:prstGeom prst="rect">
            <a:avLst/>
          </a:prstGeom>
          <a:noFill/>
        </p:spPr>
        <p:txBody>
          <a:bodyPr wrap="square" lIns="0" tIns="0" rIns="0" bIns="0" rtlCol="0" anchor="t">
            <a:noAutofit/>
          </a:bodyPr>
          <a:lstStyle/>
          <a:p>
            <a:pPr algn="l">
              <a:lnSpc>
                <a:spcPts val="2210"/>
              </a:lnSpc>
              <a:spcBef>
                <a:spcPts val="0"/>
              </a:spcBef>
              <a:spcAft>
                <a:spcPts val="0"/>
              </a:spcAft>
              <a:buNone/>
            </a:pPr>
            <a:r>
              <a:rPr lang="en-US" sz="1700" dirty="0">
                <a:solidFill>
                  <a:srgbClr val="AEB7CA"/>
                </a:solidFill>
                <a:latin typeface="Inter"/>
                <a:ea typeface="Inter"/>
                <a:cs typeface="Inter"/>
              </a:rPr>
              <a:t>CMYK PDF/TIFF, GIF, WebP, MP4 and more.</a:t>
            </a:r>
            <a:endParaRPr lang="en-US" sz="17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tart">
    <p:bg>
      <p:bgPr>
        <a:solidFill>
          <a:srgbClr val="252B39"/>
        </a:solidFill>
        <a:effectLst/>
      </p:bgPr>
    </p:bg>
    <p:spTree>
      <p:nvGrpSpPr>
        <p:cNvPr id="1" name=""/>
        <p:cNvGrpSpPr/>
        <p:nvPr/>
      </p:nvGrpSpPr>
      <p:grpSpPr>
        <a:xfrm>
          <a:off x="0" y="0"/>
          <a:ext cx="0" cy="0"/>
          <a:chOff x="0" y="0"/>
          <a:chExt cx="0" cy="0"/>
        </a:xfrm>
      </p:grpSpPr>
      <p:grpSp>
        <p:nvGrpSpPr>
          <p:cNvPr id="21" name="footer-logo"/>
          <p:cNvGrpSpPr/>
          <p:nvPr/>
        </p:nvGrpSpPr>
        <p:grpSpPr>
          <a:xfrm>
            <a:off x="1047750" y="6127750"/>
            <a:ext cx="762000" cy="323850"/>
            <a:chOff x="0" y="0"/>
            <a:chExt cx="762000" cy="323850"/>
          </a:xfrm>
        </p:grpSpPr>
        <p:sp>
          <p:nvSpPr>
            <p:cNvPr id="2" name="footer-logo-v"/>
            <p:cNvSpPr/>
            <p:nvPr/>
          </p:nvSpPr>
          <p:spPr>
            <a:xfrm>
              <a:off x="0" y="88900"/>
              <a:ext cx="247650" cy="234950"/>
            </a:xfrm>
            <a:custGeom>
              <a:avLst/>
              <a:gdLst/>
              <a:ahLst/>
              <a:cxnLst/>
              <a:rect l="0" t="0" r="r" b="b"/>
              <a:pathLst>
                <a:path w="3900" h="3700">
                  <a:moveTo>
                    <a:pt x="52" y="32"/>
                  </a:moveTo>
                  <a:lnTo>
                    <a:pt x="1116" y="32"/>
                  </a:lnTo>
                  <a:lnTo>
                    <a:pt x="1965" y="2266"/>
                  </a:lnTo>
                  <a:lnTo>
                    <a:pt x="2813" y="32"/>
                  </a:lnTo>
                  <a:lnTo>
                    <a:pt x="3877" y="32"/>
                  </a:lnTo>
                  <a:lnTo>
                    <a:pt x="2497" y="3666"/>
                  </a:lnTo>
                  <a:lnTo>
                    <a:pt x="1433" y="3666"/>
                  </a:lnTo>
                  <a:lnTo>
                    <a:pt x="52" y="32"/>
                  </a:lnTo>
                  <a:close/>
                </a:path>
              </a:pathLst>
            </a:custGeom>
            <a:solidFill>
              <a:srgbClr val="FFFFFF"/>
            </a:solidFill>
            <a:ln>
              <a:noFill/>
            </a:ln>
          </p:spPr>
        </p:sp>
        <p:sp>
          <p:nvSpPr>
            <p:cNvPr id="3" name="footer-logo-i stem"/>
            <p:cNvSpPr/>
            <p:nvPr/>
          </p:nvSpPr>
          <p:spPr>
            <a:xfrm>
              <a:off x="285750" y="88900"/>
              <a:ext cx="69850" cy="234950"/>
            </a:xfrm>
            <a:custGeom>
              <a:avLst/>
              <a:gdLst/>
              <a:ahLst/>
              <a:cxnLst/>
              <a:rect l="0" t="0" r="r" b="b"/>
              <a:pathLst>
                <a:path w="1100" h="3700">
                  <a:moveTo>
                    <a:pt x="27" y="32"/>
                  </a:moveTo>
                  <a:lnTo>
                    <a:pt x="1022" y="32"/>
                  </a:lnTo>
                  <a:lnTo>
                    <a:pt x="1022" y="3666"/>
                  </a:lnTo>
                  <a:lnTo>
                    <a:pt x="27" y="3666"/>
                  </a:lnTo>
                  <a:lnTo>
                    <a:pt x="27" y="32"/>
                  </a:lnTo>
                  <a:close/>
                </a:path>
              </a:pathLst>
            </a:custGeom>
            <a:solidFill>
              <a:srgbClr val="FFFFFF"/>
            </a:solidFill>
            <a:ln>
              <a:noFill/>
            </a:ln>
          </p:spPr>
        </p:sp>
        <p:sp>
          <p:nvSpPr>
            <p:cNvPr id="4" name="footer-logo-i dot"/>
            <p:cNvSpPr/>
            <p:nvPr/>
          </p:nvSpPr>
          <p:spPr>
            <a:xfrm>
              <a:off x="285750" y="0"/>
              <a:ext cx="69850" cy="69850"/>
            </a:xfrm>
            <a:custGeom>
              <a:avLst/>
              <a:gdLst/>
              <a:ahLst/>
              <a:cxnLst/>
              <a:rect l="0" t="0" r="r" b="b"/>
              <a:pathLst>
                <a:path w="1100" h="1100">
                  <a:moveTo>
                    <a:pt x="27" y="17"/>
                  </a:moveTo>
                  <a:lnTo>
                    <a:pt x="1022" y="17"/>
                  </a:lnTo>
                  <a:lnTo>
                    <a:pt x="1022" y="1012"/>
                  </a:lnTo>
                  <a:lnTo>
                    <a:pt x="27" y="1012"/>
                  </a:lnTo>
                  <a:lnTo>
                    <a:pt x="27" y="17"/>
                  </a:lnTo>
                  <a:close/>
                </a:path>
              </a:pathLst>
            </a:custGeom>
            <a:solidFill>
              <a:srgbClr val="FFFFFF"/>
            </a:solidFill>
            <a:ln>
              <a:noFill/>
            </a:ln>
          </p:spPr>
        </p:sp>
        <p:sp>
          <p:nvSpPr>
            <p:cNvPr id="5" name="footer-logo-x"/>
            <p:cNvSpPr/>
            <p:nvPr/>
          </p:nvSpPr>
          <p:spPr>
            <a:xfrm>
              <a:off x="387350" y="88900"/>
              <a:ext cx="241300" cy="120650"/>
            </a:xfrm>
            <a:custGeom>
              <a:avLst/>
              <a:gdLst/>
              <a:ahLst/>
              <a:cxnLst/>
              <a:rect l="0" t="0" r="r" b="b"/>
              <a:pathLst>
                <a:path w="3800" h="1900">
                  <a:moveTo>
                    <a:pt x="72" y="32"/>
                  </a:moveTo>
                  <a:lnTo>
                    <a:pt x="1269" y="32"/>
                  </a:lnTo>
                  <a:lnTo>
                    <a:pt x="1889" y="956"/>
                  </a:lnTo>
                  <a:lnTo>
                    <a:pt x="2509" y="32"/>
                  </a:lnTo>
                  <a:lnTo>
                    <a:pt x="3706" y="32"/>
                  </a:lnTo>
                  <a:lnTo>
                    <a:pt x="2488" y="1849"/>
                  </a:lnTo>
                  <a:lnTo>
                    <a:pt x="1290" y="1849"/>
                  </a:lnTo>
                  <a:lnTo>
                    <a:pt x="72" y="32"/>
                  </a:lnTo>
                  <a:close/>
                </a:path>
              </a:pathLst>
            </a:custGeom>
            <a:solidFill>
              <a:srgbClr val="FFFFFF"/>
            </a:solidFill>
            <a:ln>
              <a:noFill/>
            </a:ln>
          </p:spPr>
        </p:sp>
        <p:sp>
          <p:nvSpPr>
            <p:cNvPr id="6" name="footer-logo-x reflection band 1"/>
            <p:cNvSpPr/>
            <p:nvPr/>
          </p:nvSpPr>
          <p:spPr>
            <a:xfrm>
              <a:off x="457200" y="203200"/>
              <a:ext cx="95250" cy="12700"/>
            </a:xfrm>
            <a:custGeom>
              <a:avLst/>
              <a:gdLst/>
              <a:ahLst/>
              <a:cxnLst/>
              <a:rect l="0" t="0" r="r" b="b"/>
              <a:pathLst>
                <a:path w="1500" h="200">
                  <a:moveTo>
                    <a:pt x="1483" y="192"/>
                  </a:moveTo>
                  <a:lnTo>
                    <a:pt x="1388" y="49"/>
                  </a:lnTo>
                  <a:lnTo>
                    <a:pt x="190" y="49"/>
                  </a:lnTo>
                  <a:lnTo>
                    <a:pt x="95" y="192"/>
                  </a:lnTo>
                  <a:lnTo>
                    <a:pt x="1483" y="192"/>
                  </a:lnTo>
                  <a:close/>
                </a:path>
              </a:pathLst>
            </a:custGeom>
            <a:solidFill>
              <a:srgbClr val="6A9AFF"/>
            </a:solidFill>
            <a:ln>
              <a:noFill/>
            </a:ln>
          </p:spPr>
        </p:sp>
        <p:sp>
          <p:nvSpPr>
            <p:cNvPr id="7" name="footer-logo-x reflection band 2"/>
            <p:cNvSpPr/>
            <p:nvPr/>
          </p:nvSpPr>
          <p:spPr>
            <a:xfrm>
              <a:off x="469900" y="222250"/>
              <a:ext cx="114300" cy="12700"/>
            </a:xfrm>
            <a:custGeom>
              <a:avLst/>
              <a:gdLst/>
              <a:ahLst/>
              <a:cxnLst/>
              <a:rect l="0" t="0" r="r" b="b"/>
              <a:pathLst>
                <a:path w="1800" h="200">
                  <a:moveTo>
                    <a:pt x="1763" y="152"/>
                  </a:moveTo>
                  <a:lnTo>
                    <a:pt x="1668" y="9"/>
                  </a:lnTo>
                  <a:lnTo>
                    <a:pt x="122" y="9"/>
                  </a:lnTo>
                  <a:lnTo>
                    <a:pt x="27" y="152"/>
                  </a:lnTo>
                  <a:lnTo>
                    <a:pt x="1763" y="152"/>
                  </a:lnTo>
                  <a:close/>
                </a:path>
              </a:pathLst>
            </a:custGeom>
            <a:solidFill>
              <a:srgbClr val="6A9AFF"/>
            </a:solidFill>
            <a:ln>
              <a:noFill/>
            </a:ln>
          </p:spPr>
        </p:sp>
        <p:sp>
          <p:nvSpPr>
            <p:cNvPr id="8" name="footer-logo-x reflection band 3"/>
            <p:cNvSpPr/>
            <p:nvPr/>
          </p:nvSpPr>
          <p:spPr>
            <a:xfrm>
              <a:off x="419100" y="234950"/>
              <a:ext cx="139700" cy="19050"/>
            </a:xfrm>
            <a:custGeom>
              <a:avLst/>
              <a:gdLst/>
              <a:ahLst/>
              <a:cxnLst/>
              <a:rect l="0" t="0" r="r" b="b"/>
              <a:pathLst>
                <a:path w="2200" h="300">
                  <a:moveTo>
                    <a:pt x="2164" y="211"/>
                  </a:moveTo>
                  <a:lnTo>
                    <a:pt x="2068" y="68"/>
                  </a:lnTo>
                  <a:lnTo>
                    <a:pt x="175" y="68"/>
                  </a:lnTo>
                  <a:lnTo>
                    <a:pt x="79" y="211"/>
                  </a:lnTo>
                  <a:lnTo>
                    <a:pt x="2164" y="211"/>
                  </a:lnTo>
                  <a:close/>
                </a:path>
              </a:pathLst>
            </a:custGeom>
            <a:solidFill>
              <a:srgbClr val="5B87E6"/>
            </a:solidFill>
            <a:ln>
              <a:noFill/>
            </a:ln>
          </p:spPr>
        </p:sp>
        <p:sp>
          <p:nvSpPr>
            <p:cNvPr id="9" name="footer-logo-x reflection band 4"/>
            <p:cNvSpPr/>
            <p:nvPr/>
          </p:nvSpPr>
          <p:spPr>
            <a:xfrm>
              <a:off x="450850" y="254000"/>
              <a:ext cx="165100" cy="12700"/>
            </a:xfrm>
            <a:custGeom>
              <a:avLst/>
              <a:gdLst/>
              <a:ahLst/>
              <a:cxnLst/>
              <a:rect l="0" t="0" r="r" b="b"/>
              <a:pathLst>
                <a:path w="2600" h="200">
                  <a:moveTo>
                    <a:pt x="1291" y="171"/>
                  </a:moveTo>
                  <a:lnTo>
                    <a:pt x="1310" y="142"/>
                  </a:lnTo>
                  <a:lnTo>
                    <a:pt x="1329" y="171"/>
                  </a:lnTo>
                  <a:lnTo>
                    <a:pt x="2526" y="171"/>
                  </a:lnTo>
                  <a:lnTo>
                    <a:pt x="2430" y="28"/>
                  </a:lnTo>
                  <a:lnTo>
                    <a:pt x="189" y="28"/>
                  </a:lnTo>
                  <a:lnTo>
                    <a:pt x="93" y="171"/>
                  </a:lnTo>
                  <a:lnTo>
                    <a:pt x="1291" y="171"/>
                  </a:lnTo>
                  <a:close/>
                </a:path>
              </a:pathLst>
            </a:custGeom>
            <a:solidFill>
              <a:srgbClr val="5B87E6"/>
            </a:solidFill>
            <a:ln>
              <a:noFill/>
            </a:ln>
          </p:spPr>
        </p:sp>
        <p:sp>
          <p:nvSpPr>
            <p:cNvPr id="10" name="footer-logo-x reflection band 5"/>
            <p:cNvSpPr/>
            <p:nvPr/>
          </p:nvSpPr>
          <p:spPr>
            <a:xfrm>
              <a:off x="393700" y="266700"/>
              <a:ext cx="184150" cy="19050"/>
            </a:xfrm>
            <a:custGeom>
              <a:avLst/>
              <a:gdLst/>
              <a:ahLst/>
              <a:cxnLst/>
              <a:rect l="0" t="0" r="r" b="b"/>
              <a:pathLst>
                <a:path w="2900" h="300">
                  <a:moveTo>
                    <a:pt x="1252" y="230"/>
                  </a:moveTo>
                  <a:lnTo>
                    <a:pt x="1347" y="88"/>
                  </a:lnTo>
                  <a:lnTo>
                    <a:pt x="1542" y="88"/>
                  </a:lnTo>
                  <a:lnTo>
                    <a:pt x="1638" y="230"/>
                  </a:lnTo>
                  <a:lnTo>
                    <a:pt x="2835" y="230"/>
                  </a:lnTo>
                  <a:lnTo>
                    <a:pt x="2740" y="88"/>
                  </a:lnTo>
                  <a:lnTo>
                    <a:pt x="150" y="88"/>
                  </a:lnTo>
                  <a:lnTo>
                    <a:pt x="54" y="230"/>
                  </a:lnTo>
                  <a:lnTo>
                    <a:pt x="1252" y="230"/>
                  </a:lnTo>
                  <a:close/>
                </a:path>
              </a:pathLst>
            </a:custGeom>
            <a:solidFill>
              <a:srgbClr val="4A6FC0"/>
            </a:solidFill>
            <a:ln>
              <a:noFill/>
            </a:ln>
          </p:spPr>
        </p:sp>
        <p:sp>
          <p:nvSpPr>
            <p:cNvPr id="11" name="footer-logo-x reflection band 6"/>
            <p:cNvSpPr/>
            <p:nvPr/>
          </p:nvSpPr>
          <p:spPr>
            <a:xfrm>
              <a:off x="438150" y="285750"/>
              <a:ext cx="203200" cy="12700"/>
            </a:xfrm>
            <a:custGeom>
              <a:avLst/>
              <a:gdLst/>
              <a:ahLst/>
              <a:cxnLst/>
              <a:rect l="0" t="0" r="r" b="b"/>
              <a:pathLst>
                <a:path w="3200" h="200">
                  <a:moveTo>
                    <a:pt x="1219" y="190"/>
                  </a:moveTo>
                  <a:lnTo>
                    <a:pt x="1315" y="47"/>
                  </a:lnTo>
                  <a:lnTo>
                    <a:pt x="1858" y="47"/>
                  </a:lnTo>
                  <a:lnTo>
                    <a:pt x="1953" y="190"/>
                  </a:lnTo>
                  <a:lnTo>
                    <a:pt x="3151" y="190"/>
                  </a:lnTo>
                  <a:lnTo>
                    <a:pt x="3055" y="47"/>
                  </a:lnTo>
                  <a:lnTo>
                    <a:pt x="117" y="47"/>
                  </a:lnTo>
                  <a:lnTo>
                    <a:pt x="22" y="190"/>
                  </a:lnTo>
                  <a:lnTo>
                    <a:pt x="1219" y="190"/>
                  </a:lnTo>
                  <a:close/>
                </a:path>
              </a:pathLst>
            </a:custGeom>
            <a:solidFill>
              <a:srgbClr val="4A6FC0"/>
            </a:solidFill>
            <a:ln>
              <a:noFill/>
            </a:ln>
          </p:spPr>
        </p:sp>
        <p:sp>
          <p:nvSpPr>
            <p:cNvPr id="12" name="footer-logo-x reflection band 7"/>
            <p:cNvSpPr/>
            <p:nvPr/>
          </p:nvSpPr>
          <p:spPr>
            <a:xfrm>
              <a:off x="381000" y="304800"/>
              <a:ext cx="228600" cy="12700"/>
            </a:xfrm>
            <a:custGeom>
              <a:avLst/>
              <a:gdLst/>
              <a:ahLst/>
              <a:cxnLst/>
              <a:rect l="0" t="0" r="r" b="b"/>
              <a:pathLst>
                <a:path w="3600" h="200">
                  <a:moveTo>
                    <a:pt x="1257" y="149"/>
                  </a:moveTo>
                  <a:lnTo>
                    <a:pt x="1352" y="7"/>
                  </a:lnTo>
                  <a:lnTo>
                    <a:pt x="2243" y="7"/>
                  </a:lnTo>
                  <a:lnTo>
                    <a:pt x="2339" y="149"/>
                  </a:lnTo>
                  <a:lnTo>
                    <a:pt x="3536" y="149"/>
                  </a:lnTo>
                  <a:lnTo>
                    <a:pt x="3441" y="7"/>
                  </a:lnTo>
                  <a:lnTo>
                    <a:pt x="155" y="7"/>
                  </a:lnTo>
                  <a:lnTo>
                    <a:pt x="59" y="149"/>
                  </a:lnTo>
                  <a:lnTo>
                    <a:pt x="1257" y="149"/>
                  </a:lnTo>
                  <a:close/>
                </a:path>
              </a:pathLst>
            </a:custGeom>
            <a:solidFill>
              <a:srgbClr val="3A5288"/>
            </a:solidFill>
            <a:ln>
              <a:noFill/>
            </a:ln>
          </p:spPr>
        </p:sp>
        <p:sp>
          <p:nvSpPr>
            <p:cNvPr id="13" name="footer-logo-l"/>
            <p:cNvSpPr/>
            <p:nvPr/>
          </p:nvSpPr>
          <p:spPr>
            <a:xfrm>
              <a:off x="660400" y="0"/>
              <a:ext cx="69850" cy="209550"/>
            </a:xfrm>
            <a:custGeom>
              <a:avLst/>
              <a:gdLst/>
              <a:ahLst/>
              <a:cxnLst/>
              <a:rect l="0" t="0" r="r" b="b"/>
              <a:pathLst>
                <a:path w="1100" h="3300">
                  <a:moveTo>
                    <a:pt x="56" y="17"/>
                  </a:moveTo>
                  <a:lnTo>
                    <a:pt x="1051" y="17"/>
                  </a:lnTo>
                  <a:lnTo>
                    <a:pt x="1051" y="3249"/>
                  </a:lnTo>
                  <a:lnTo>
                    <a:pt x="56" y="3249"/>
                  </a:lnTo>
                  <a:lnTo>
                    <a:pt x="56" y="17"/>
                  </a:lnTo>
                  <a:close/>
                </a:path>
              </a:pathLst>
            </a:custGeom>
            <a:solidFill>
              <a:srgbClr val="FFFFFF"/>
            </a:solidFill>
            <a:ln>
              <a:noFill/>
            </a:ln>
          </p:spPr>
        </p:sp>
        <p:sp>
          <p:nvSpPr>
            <p:cNvPr id="14" name="footer-logo-l reflection band 1"/>
            <p:cNvSpPr/>
            <p:nvPr/>
          </p:nvSpPr>
          <p:spPr>
            <a:xfrm>
              <a:off x="660400" y="203200"/>
              <a:ext cx="69850" cy="12700"/>
            </a:xfrm>
            <a:custGeom>
              <a:avLst/>
              <a:gdLst/>
              <a:ahLst/>
              <a:cxnLst/>
              <a:rect l="0" t="0" r="r" b="b"/>
              <a:pathLst>
                <a:path w="1100" h="200">
                  <a:moveTo>
                    <a:pt x="56" y="49"/>
                  </a:moveTo>
                  <a:lnTo>
                    <a:pt x="1051" y="49"/>
                  </a:lnTo>
                  <a:lnTo>
                    <a:pt x="1051" y="192"/>
                  </a:lnTo>
                  <a:lnTo>
                    <a:pt x="56" y="192"/>
                  </a:lnTo>
                  <a:lnTo>
                    <a:pt x="56" y="49"/>
                  </a:lnTo>
                  <a:close/>
                </a:path>
              </a:pathLst>
            </a:custGeom>
            <a:solidFill>
              <a:srgbClr val="6A9AFF"/>
            </a:solidFill>
            <a:ln>
              <a:noFill/>
            </a:ln>
          </p:spPr>
        </p:sp>
        <p:sp>
          <p:nvSpPr>
            <p:cNvPr id="15" name="footer-logo-l reflection band 2"/>
            <p:cNvSpPr/>
            <p:nvPr/>
          </p:nvSpPr>
          <p:spPr>
            <a:xfrm>
              <a:off x="679450" y="222250"/>
              <a:ext cx="69850" cy="12700"/>
            </a:xfrm>
            <a:custGeom>
              <a:avLst/>
              <a:gdLst/>
              <a:ahLst/>
              <a:cxnLst/>
              <a:rect l="0" t="0" r="r" b="b"/>
              <a:pathLst>
                <a:path w="1100" h="200">
                  <a:moveTo>
                    <a:pt x="1057" y="9"/>
                  </a:moveTo>
                  <a:lnTo>
                    <a:pt x="1057" y="152"/>
                  </a:lnTo>
                  <a:lnTo>
                    <a:pt x="62" y="152"/>
                  </a:lnTo>
                  <a:lnTo>
                    <a:pt x="62" y="9"/>
                  </a:lnTo>
                  <a:lnTo>
                    <a:pt x="1057" y="9"/>
                  </a:lnTo>
                  <a:close/>
                </a:path>
              </a:pathLst>
            </a:custGeom>
            <a:solidFill>
              <a:srgbClr val="6A9AFF"/>
            </a:solidFill>
            <a:ln>
              <a:noFill/>
            </a:ln>
          </p:spPr>
        </p:sp>
        <p:sp>
          <p:nvSpPr>
            <p:cNvPr id="16" name="footer-logo-l reflection band 3"/>
            <p:cNvSpPr/>
            <p:nvPr/>
          </p:nvSpPr>
          <p:spPr>
            <a:xfrm>
              <a:off x="641350" y="234950"/>
              <a:ext cx="69850" cy="19050"/>
            </a:xfrm>
            <a:custGeom>
              <a:avLst/>
              <a:gdLst/>
              <a:ahLst/>
              <a:cxnLst/>
              <a:rect l="0" t="0" r="r" b="b"/>
              <a:pathLst>
                <a:path w="1100" h="300">
                  <a:moveTo>
                    <a:pt x="1083" y="68"/>
                  </a:moveTo>
                  <a:lnTo>
                    <a:pt x="1083" y="211"/>
                  </a:lnTo>
                  <a:lnTo>
                    <a:pt x="88" y="211"/>
                  </a:lnTo>
                  <a:lnTo>
                    <a:pt x="88" y="68"/>
                  </a:lnTo>
                  <a:lnTo>
                    <a:pt x="1083" y="68"/>
                  </a:lnTo>
                  <a:close/>
                </a:path>
              </a:pathLst>
            </a:custGeom>
            <a:solidFill>
              <a:srgbClr val="5B87E6"/>
            </a:solidFill>
            <a:ln>
              <a:noFill/>
            </a:ln>
          </p:spPr>
        </p:sp>
        <p:sp>
          <p:nvSpPr>
            <p:cNvPr id="17" name="footer-logo-l reflection band 4"/>
            <p:cNvSpPr/>
            <p:nvPr/>
          </p:nvSpPr>
          <p:spPr>
            <a:xfrm>
              <a:off x="685800" y="254000"/>
              <a:ext cx="69850" cy="12700"/>
            </a:xfrm>
            <a:custGeom>
              <a:avLst/>
              <a:gdLst/>
              <a:ahLst/>
              <a:cxnLst/>
              <a:rect l="0" t="0" r="r" b="b"/>
              <a:pathLst>
                <a:path w="1100" h="200">
                  <a:moveTo>
                    <a:pt x="1071" y="28"/>
                  </a:moveTo>
                  <a:lnTo>
                    <a:pt x="1071" y="171"/>
                  </a:lnTo>
                  <a:lnTo>
                    <a:pt x="77" y="171"/>
                  </a:lnTo>
                  <a:lnTo>
                    <a:pt x="77" y="28"/>
                  </a:lnTo>
                  <a:lnTo>
                    <a:pt x="1071" y="28"/>
                  </a:lnTo>
                  <a:close/>
                </a:path>
              </a:pathLst>
            </a:custGeom>
            <a:solidFill>
              <a:srgbClr val="5B87E6"/>
            </a:solidFill>
            <a:ln>
              <a:noFill/>
            </a:ln>
          </p:spPr>
        </p:sp>
        <p:sp>
          <p:nvSpPr>
            <p:cNvPr id="18" name="footer-logo-l reflection band 5"/>
            <p:cNvSpPr/>
            <p:nvPr/>
          </p:nvSpPr>
          <p:spPr>
            <a:xfrm>
              <a:off x="641350" y="266700"/>
              <a:ext cx="69850" cy="19050"/>
            </a:xfrm>
            <a:custGeom>
              <a:avLst/>
              <a:gdLst/>
              <a:ahLst/>
              <a:cxnLst/>
              <a:rect l="0" t="0" r="r" b="b"/>
              <a:pathLst>
                <a:path w="1100" h="300">
                  <a:moveTo>
                    <a:pt x="1006" y="88"/>
                  </a:moveTo>
                  <a:lnTo>
                    <a:pt x="1006" y="230"/>
                  </a:lnTo>
                  <a:lnTo>
                    <a:pt x="12" y="230"/>
                  </a:lnTo>
                  <a:lnTo>
                    <a:pt x="12" y="88"/>
                  </a:lnTo>
                  <a:lnTo>
                    <a:pt x="1006" y="88"/>
                  </a:lnTo>
                  <a:close/>
                </a:path>
              </a:pathLst>
            </a:custGeom>
            <a:solidFill>
              <a:srgbClr val="4A6FC0"/>
            </a:solidFill>
            <a:ln>
              <a:noFill/>
            </a:ln>
          </p:spPr>
        </p:sp>
        <p:sp>
          <p:nvSpPr>
            <p:cNvPr id="19" name="footer-logo-l reflection band 6"/>
            <p:cNvSpPr/>
            <p:nvPr/>
          </p:nvSpPr>
          <p:spPr>
            <a:xfrm>
              <a:off x="692150" y="285750"/>
              <a:ext cx="69850" cy="12700"/>
            </a:xfrm>
            <a:custGeom>
              <a:avLst/>
              <a:gdLst/>
              <a:ahLst/>
              <a:cxnLst/>
              <a:rect l="0" t="0" r="r" b="b"/>
              <a:pathLst>
                <a:path w="1100" h="200">
                  <a:moveTo>
                    <a:pt x="1048" y="47"/>
                  </a:moveTo>
                  <a:lnTo>
                    <a:pt x="1048" y="190"/>
                  </a:lnTo>
                  <a:lnTo>
                    <a:pt x="53" y="190"/>
                  </a:lnTo>
                  <a:lnTo>
                    <a:pt x="53" y="47"/>
                  </a:lnTo>
                  <a:lnTo>
                    <a:pt x="1048" y="47"/>
                  </a:lnTo>
                  <a:close/>
                </a:path>
              </a:pathLst>
            </a:custGeom>
            <a:solidFill>
              <a:srgbClr val="4A6FC0"/>
            </a:solidFill>
            <a:ln>
              <a:noFill/>
            </a:ln>
          </p:spPr>
        </p:sp>
        <p:sp>
          <p:nvSpPr>
            <p:cNvPr id="20" name="footer-logo-l reflection band 7"/>
            <p:cNvSpPr/>
            <p:nvPr/>
          </p:nvSpPr>
          <p:spPr>
            <a:xfrm>
              <a:off x="647700" y="304800"/>
              <a:ext cx="69850" cy="12700"/>
            </a:xfrm>
            <a:custGeom>
              <a:avLst/>
              <a:gdLst/>
              <a:ahLst/>
              <a:cxnLst/>
              <a:rect l="0" t="0" r="r" b="b"/>
              <a:pathLst>
                <a:path w="1100" h="200">
                  <a:moveTo>
                    <a:pt x="1059" y="7"/>
                  </a:moveTo>
                  <a:lnTo>
                    <a:pt x="1059" y="149"/>
                  </a:lnTo>
                  <a:lnTo>
                    <a:pt x="65" y="149"/>
                  </a:lnTo>
                  <a:lnTo>
                    <a:pt x="65" y="7"/>
                  </a:lnTo>
                  <a:lnTo>
                    <a:pt x="1059" y="7"/>
                  </a:lnTo>
                  <a:close/>
                </a:path>
              </a:pathLst>
            </a:custGeom>
            <a:solidFill>
              <a:srgbClr val="3A5288"/>
            </a:solidFill>
            <a:ln>
              <a:noFill/>
            </a:ln>
          </p:spPr>
        </p:sp>
      </p:grpSp>
      <p:sp>
        <p:nvSpPr>
          <p:cNvPr id="22" name="page-num"/>
          <p:cNvSpPr txBox="1"/>
          <p:nvPr/>
        </p:nvSpPr>
        <p:spPr>
          <a:xfrm>
            <a:off x="10604500" y="6206744"/>
            <a:ext cx="869950" cy="194056"/>
          </a:xfrm>
          <a:prstGeom prst="rect">
            <a:avLst/>
          </a:prstGeom>
          <a:noFill/>
        </p:spPr>
        <p:txBody>
          <a:bodyPr wrap="square" lIns="0" tIns="0" rIns="0" bIns="0" rtlCol="0" anchor="t">
            <a:noAutofit/>
          </a:bodyPr>
          <a:lstStyle/>
          <a:p>
            <a:pPr algn="l">
              <a:lnSpc>
                <a:spcPts val="1734"/>
              </a:lnSpc>
              <a:buNone/>
            </a:pPr>
            <a:r>
              <a:rPr lang="en-US" sz="1200" dirty="0">
                <a:solidFill>
                  <a:srgbClr val="AEB7CA"/>
                </a:solidFill>
                <a:latin typeface="JetBrains Mono"/>
                <a:ea typeface="JetBrains Mono"/>
                <a:cs typeface="JetBrains Mono"/>
              </a:rPr>
              <a:t>12 / 12</a:t>
            </a:r>
            <a:endParaRPr lang="en-US" sz="1200" dirty="0"/>
          </a:p>
        </p:txBody>
      </p:sp>
      <p:sp>
        <p:nvSpPr>
          <p:cNvPr id="23" name="kicker"/>
          <p:cNvSpPr txBox="1"/>
          <p:nvPr/>
        </p:nvSpPr>
        <p:spPr>
          <a:xfrm>
            <a:off x="889000" y="559816"/>
            <a:ext cx="1231900" cy="208534"/>
          </a:xfrm>
          <a:prstGeom prst="rect">
            <a:avLst/>
          </a:prstGeom>
          <a:noFill/>
        </p:spPr>
        <p:txBody>
          <a:bodyPr wrap="square" lIns="0" tIns="0" rIns="0" bIns="0" rtlCol="0" anchor="t">
            <a:noAutofit/>
          </a:bodyPr>
          <a:lstStyle/>
          <a:p>
            <a:pPr algn="l">
              <a:lnSpc>
                <a:spcPts val="2048"/>
              </a:lnSpc>
              <a:buNone/>
            </a:pPr>
            <a:r>
              <a:rPr lang="en-US" sz="1400" dirty="0">
                <a:solidFill>
                  <a:srgbClr val="6A9AFF"/>
                </a:solidFill>
                <a:latin typeface="JetBrains Mono"/>
                <a:ea typeface="JetBrains Mono"/>
                <a:cs typeface="JetBrains Mono"/>
              </a:rPr>
              <a:t>YOUR TURN</a:t>
            </a:r>
            <a:endParaRPr lang="en-US" sz="1400" dirty="0"/>
          </a:p>
        </p:txBody>
      </p:sp>
      <p:sp>
        <p:nvSpPr>
          <p:cNvPr id="24" name="headline"/>
          <p:cNvSpPr>
            <a:spLocks noGrp="1"/>
          </p:cNvSpPr>
          <p:nvPr>
            <p:ph type="title"/>
          </p:nvPr>
        </p:nvSpPr>
        <p:spPr>
          <a:xfrm>
            <a:off x="889000" y="1316078"/>
            <a:ext cx="9485312" cy="550822"/>
          </a:xfrm>
          <a:prstGeom prst="rect">
            <a:avLst/>
          </a:prstGeom>
          <a:noFill/>
        </p:spPr>
        <p:txBody>
          <a:bodyPr wrap="square" lIns="0" tIns="0" rIns="0" bIns="0" rtlCol="0" anchor="t">
            <a:noAutofit/>
          </a:bodyPr>
          <a:lstStyle/>
          <a:p>
            <a:pPr algn="l">
              <a:lnSpc>
                <a:spcPts val="4324"/>
              </a:lnSpc>
              <a:spcBef>
                <a:spcPts val="0"/>
              </a:spcBef>
              <a:spcAft>
                <a:spcPts val="0"/>
              </a:spcAft>
              <a:buNone/>
            </a:pPr>
            <a:r>
              <a:rPr lang="en-US" sz="4700" b="1" dirty="0">
                <a:solidFill>
                  <a:srgbClr val="FFFFFF"/>
                </a:solidFill>
                <a:latin typeface="Inter Tight"/>
                <a:ea typeface="Inter Tight"/>
                <a:cs typeface="Inter Tight"/>
              </a:rPr>
              <a:t>Give your agent </a:t>
            </a:r>
            <a:r>
              <a:rPr lang="en-US" sz="4700" b="1" dirty="0">
                <a:solidFill>
                  <a:srgbClr val="6A9AFF"/>
                </a:solidFill>
                <a:latin typeface="Inter Tight"/>
                <a:ea typeface="Inter Tight"/>
                <a:cs typeface="Inter Tight"/>
              </a:rPr>
              <a:t>real layers.</a:t>
            </a:r>
            <a:endParaRPr lang="en-US" sz="4700" dirty="0"/>
          </a:p>
        </p:txBody>
      </p:sp>
      <p:grpSp>
        <p:nvGrpSpPr>
          <p:cNvPr id="31" name="install"/>
          <p:cNvGrpSpPr/>
          <p:nvPr/>
        </p:nvGrpSpPr>
        <p:grpSpPr>
          <a:xfrm>
            <a:off x="889000" y="2381250"/>
            <a:ext cx="10414000" cy="1701800"/>
            <a:chOff x="0" y="0"/>
            <a:chExt cx="10414000" cy="1701800"/>
          </a:xfrm>
        </p:grpSpPr>
        <p:sp>
          <p:nvSpPr>
            <p:cNvPr id="25" name="install-bg"/>
            <p:cNvSpPr/>
            <p:nvPr/>
          </p:nvSpPr>
          <p:spPr>
            <a:xfrm>
              <a:off x="6350" y="6350"/>
              <a:ext cx="10401300" cy="1689100"/>
            </a:xfrm>
            <a:prstGeom prst="roundRect">
              <a:avLst>
                <a:gd name="adj" fmla="val 6391"/>
              </a:avLst>
            </a:prstGeom>
            <a:solidFill>
              <a:srgbClr val="1A1F2B"/>
            </a:solidFill>
            <a:ln w="12700">
              <a:solidFill>
                <a:srgbClr val="3C4458"/>
              </a:solidFill>
            </a:ln>
          </p:spPr>
        </p:sp>
        <p:sp>
          <p:nvSpPr>
            <p:cNvPr id="26" name="install-dot0"/>
            <p:cNvSpPr/>
            <p:nvPr/>
          </p:nvSpPr>
          <p:spPr>
            <a:xfrm>
              <a:off x="152400" y="139700"/>
              <a:ext cx="76200" cy="76200"/>
            </a:xfrm>
            <a:prstGeom prst="ellipse">
              <a:avLst/>
            </a:prstGeom>
            <a:solidFill>
              <a:srgbClr val="FF6B6B"/>
            </a:solidFill>
            <a:ln>
              <a:noFill/>
            </a:ln>
          </p:spPr>
        </p:sp>
        <p:sp>
          <p:nvSpPr>
            <p:cNvPr id="27" name="install-dot1"/>
            <p:cNvSpPr/>
            <p:nvPr/>
          </p:nvSpPr>
          <p:spPr>
            <a:xfrm>
              <a:off x="292100" y="139700"/>
              <a:ext cx="76200" cy="76200"/>
            </a:xfrm>
            <a:prstGeom prst="ellipse">
              <a:avLst/>
            </a:prstGeom>
            <a:solidFill>
              <a:srgbClr val="FFC37A"/>
            </a:solidFill>
            <a:ln>
              <a:noFill/>
            </a:ln>
          </p:spPr>
        </p:sp>
        <p:sp>
          <p:nvSpPr>
            <p:cNvPr id="28" name="install-dot2"/>
            <p:cNvSpPr/>
            <p:nvPr/>
          </p:nvSpPr>
          <p:spPr>
            <a:xfrm>
              <a:off x="431800" y="139700"/>
              <a:ext cx="76200" cy="76200"/>
            </a:xfrm>
            <a:prstGeom prst="ellipse">
              <a:avLst/>
            </a:prstGeom>
            <a:solidFill>
              <a:srgbClr val="5FD38D"/>
            </a:solidFill>
            <a:ln>
              <a:noFill/>
            </a:ln>
          </p:spPr>
        </p:sp>
        <p:sp>
          <p:nvSpPr>
            <p:cNvPr id="29" name="install-title"/>
            <p:cNvSpPr txBox="1"/>
            <p:nvPr/>
          </p:nvSpPr>
          <p:spPr>
            <a:xfrm>
              <a:off x="635000" y="58979"/>
              <a:ext cx="965200" cy="182321"/>
            </a:xfrm>
            <a:prstGeom prst="rect">
              <a:avLst/>
            </a:prstGeom>
            <a:noFill/>
          </p:spPr>
          <p:txBody>
            <a:bodyPr wrap="square" lIns="0" tIns="0" rIns="0" bIns="0" rtlCol="0" anchor="t">
              <a:noAutofit/>
            </a:bodyPr>
            <a:lstStyle/>
            <a:p>
              <a:pPr algn="l">
                <a:lnSpc>
                  <a:spcPts val="1734"/>
                </a:lnSpc>
                <a:buNone/>
              </a:pPr>
              <a:r>
                <a:rPr lang="en-US" sz="1200" dirty="0">
                  <a:solidFill>
                    <a:srgbClr val="AEB7CA"/>
                  </a:solidFill>
                  <a:latin typeface="JetBrains Mono"/>
                  <a:ea typeface="JetBrains Mono"/>
                  <a:cs typeface="JetBrains Mono"/>
                </a:rPr>
                <a:t>terminal</a:t>
              </a:r>
              <a:endParaRPr lang="en-US" sz="1200" dirty="0"/>
            </a:p>
          </p:txBody>
        </p:sp>
        <p:sp>
          <p:nvSpPr>
            <p:cNvPr id="30" name="install-code"/>
            <p:cNvSpPr txBox="1"/>
            <p:nvPr/>
          </p:nvSpPr>
          <p:spPr>
            <a:xfrm>
              <a:off x="177800" y="419735"/>
              <a:ext cx="10058400" cy="958215"/>
            </a:xfrm>
            <a:prstGeom prst="rect">
              <a:avLst/>
            </a:prstGeom>
            <a:noFill/>
          </p:spPr>
          <p:txBody>
            <a:bodyPr wrap="square" lIns="0" tIns="0" rIns="0" bIns="0" rtlCol="0" anchor="t">
              <a:noAutofit/>
            </a:bodyPr>
            <a:lstStyle/>
            <a:p>
              <a:pPr algn="l">
                <a:lnSpc>
                  <a:spcPts val="1875"/>
                </a:lnSpc>
                <a:spcBef>
                  <a:spcPts val="0"/>
                </a:spcBef>
                <a:spcAft>
                  <a:spcPts val="0"/>
                </a:spcAft>
                <a:buNone/>
              </a:pPr>
              <a:r>
                <a:rPr lang="en-US" sz="1500" dirty="0">
                  <a:solidFill>
                    <a:srgbClr val="FFFFFF"/>
                  </a:solidFill>
                  <a:latin typeface="JetBrains Mono"/>
                  <a:ea typeface="JetBrains Mono"/>
                  <a:cs typeface="JetBrains Mono"/>
                </a:rPr>
                <a:t>git clone https://github.com/jxburros/Vixl.git</a:t>
              </a:r>
              <a:endParaRPr lang="en-US" sz="1500" dirty="0"/>
            </a:p>
            <a:p>
              <a:pPr algn="l">
                <a:lnSpc>
                  <a:spcPts val="1875"/>
                </a:lnSpc>
                <a:spcBef>
                  <a:spcPts val="0"/>
                </a:spcBef>
                <a:spcAft>
                  <a:spcPts val="0"/>
                </a:spcAft>
                <a:buNone/>
              </a:pPr>
              <a:r>
                <a:rPr lang="en-US" sz="1500" dirty="0">
                  <a:solidFill>
                    <a:srgbClr val="FFFFFF"/>
                  </a:solidFill>
                  <a:latin typeface="JetBrains Mono"/>
                  <a:ea typeface="JetBrains Mono"/>
                  <a:cs typeface="JetBrains Mono"/>
                </a:rPr>
                <a:t>cd Vixl</a:t>
              </a:r>
              <a:endParaRPr lang="en-US" sz="1500" dirty="0"/>
            </a:p>
            <a:p>
              <a:pPr algn="l">
                <a:lnSpc>
                  <a:spcPts val="1875"/>
                </a:lnSpc>
                <a:spcBef>
                  <a:spcPts val="0"/>
                </a:spcBef>
                <a:spcAft>
                  <a:spcPts val="0"/>
                </a:spcAft>
                <a:buNone/>
              </a:pPr>
              <a:r>
                <a:rPr lang="en-US" sz="1500" dirty="0">
                  <a:solidFill>
                    <a:srgbClr val="FFFFFF"/>
                  </a:solidFill>
                  <a:latin typeface="JetBrains Mono"/>
                  <a:ea typeface="JetBrains Mono"/>
                  <a:cs typeface="JetBrains Mono"/>
                </a:rPr>
                <a:t>python -m pip install -e '.[server,pdf]'</a:t>
              </a:r>
              <a:endParaRPr lang="en-US" sz="1500" dirty="0"/>
            </a:p>
            <a:p>
              <a:pPr algn="l">
                <a:lnSpc>
                  <a:spcPts val="1875"/>
                </a:lnSpc>
                <a:spcBef>
                  <a:spcPts val="0"/>
                </a:spcBef>
                <a:spcAft>
                  <a:spcPts val="0"/>
                </a:spcAft>
                <a:buNone/>
              </a:pPr>
              <a:r>
                <a:rPr lang="en-US" sz="1500" dirty="0">
                  <a:solidFill>
                    <a:srgbClr val="9FE3B4"/>
                  </a:solidFill>
                  <a:latin typeface="JetBrains Mono"/>
                  <a:ea typeface="JetBrains Mono"/>
                  <a:cs typeface="JetBrains Mono"/>
                </a:rPr>
                <a:t>vixl mcp --workspace . --tools core --schema slim</a:t>
              </a:r>
              <a:endParaRPr lang="en-US" sz="1500" dirty="0"/>
            </a:p>
          </p:txBody>
        </p:sp>
      </p:grpSp>
      <p:sp>
        <p:nvSpPr>
          <p:cNvPr id="32" name="windows"/>
          <p:cNvSpPr txBox="1"/>
          <p:nvPr/>
        </p:nvSpPr>
        <p:spPr>
          <a:xfrm>
            <a:off x="889000" y="4527407"/>
            <a:ext cx="4627562" cy="247793"/>
          </a:xfrm>
          <a:prstGeom prst="rect">
            <a:avLst/>
          </a:prstGeom>
          <a:noFill/>
        </p:spPr>
        <p:txBody>
          <a:bodyPr wrap="square" lIns="0" tIns="0" rIns="0" bIns="0" rtlCol="0" anchor="t">
            <a:noAutofit/>
          </a:bodyPr>
          <a:lstStyle/>
          <a:p>
            <a:pPr algn="l">
              <a:lnSpc>
                <a:spcPts val="2307"/>
              </a:lnSpc>
              <a:buNone/>
            </a:pPr>
            <a:r>
              <a:rPr lang="en-US" sz="1700" b="1" dirty="0">
                <a:solidFill>
                  <a:srgbClr val="FFFFFF"/>
                </a:solidFill>
                <a:latin typeface="Inter"/>
                <a:ea typeface="Inter"/>
                <a:cs typeface="Inter"/>
              </a:rPr>
              <a:t>Windows installer: GitHub Releases</a:t>
            </a:r>
            <a:endParaRPr lang="en-US" sz="1700" dirty="0"/>
          </a:p>
        </p:txBody>
      </p:sp>
      <p:sp>
        <p:nvSpPr>
          <p:cNvPr id="33" name="repo"/>
          <p:cNvSpPr txBox="1"/>
          <p:nvPr/>
        </p:nvSpPr>
        <p:spPr>
          <a:xfrm>
            <a:off x="889000" y="4953698"/>
            <a:ext cx="3548062" cy="266002"/>
          </a:xfrm>
          <a:prstGeom prst="rect">
            <a:avLst/>
          </a:prstGeom>
          <a:noFill/>
        </p:spPr>
        <p:txBody>
          <a:bodyPr wrap="square" lIns="0" tIns="0" rIns="0" bIns="0" rtlCol="0" anchor="t">
            <a:noAutofit/>
          </a:bodyPr>
          <a:lstStyle/>
          <a:p>
            <a:pPr algn="l">
              <a:lnSpc>
                <a:spcPts val="2246"/>
              </a:lnSpc>
              <a:buNone/>
            </a:pPr>
            <a:r>
              <a:rPr lang="en-US" sz="1550" dirty="0">
                <a:solidFill>
                  <a:srgbClr val="6A9AFF"/>
                </a:solidFill>
                <a:latin typeface="JetBrains Mono"/>
                <a:ea typeface="JetBrains Mono"/>
                <a:cs typeface="JetBrains Mono"/>
              </a:rPr>
              <a:t>github.com/jxburros/Vixl</a:t>
            </a:r>
            <a:endParaRPr lang="en-US" sz="1550" dirty="0"/>
          </a:p>
        </p:txBody>
      </p:sp>
      <p:sp>
        <p:nvSpPr>
          <p:cNvPr id="34" name="license"/>
          <p:cNvSpPr txBox="1"/>
          <p:nvPr/>
        </p:nvSpPr>
        <p:spPr>
          <a:xfrm>
            <a:off x="889000" y="5415181"/>
            <a:ext cx="9779000" cy="458569"/>
          </a:xfrm>
          <a:prstGeom prst="rect">
            <a:avLst/>
          </a:prstGeom>
          <a:noFill/>
        </p:spPr>
        <p:txBody>
          <a:bodyPr wrap="square" lIns="0" tIns="0" rIns="0" bIns="0" rtlCol="0" anchor="t">
            <a:noAutofit/>
          </a:bodyPr>
          <a:lstStyle/>
          <a:p>
            <a:pPr algn="l">
              <a:lnSpc>
                <a:spcPts val="1755"/>
              </a:lnSpc>
              <a:spcBef>
                <a:spcPts val="0"/>
              </a:spcBef>
              <a:spcAft>
                <a:spcPts val="0"/>
              </a:spcAft>
              <a:buNone/>
            </a:pPr>
            <a:r>
              <a:rPr lang="en-US" sz="1350" dirty="0">
                <a:solidFill>
                  <a:srgbClr val="AEB7CA"/>
                </a:solidFill>
                <a:latin typeface="Inter"/>
                <a:ea typeface="Inter"/>
                <a:cs typeface="Inter"/>
              </a:rPr>
              <a:t>Source-available · PolyForm Small Business 1.0.0</a:t>
            </a:r>
            <a:endParaRPr lang="en-US" sz="1350" dirty="0"/>
          </a:p>
          <a:p>
            <a:pPr algn="l">
              <a:lnSpc>
                <a:spcPts val="1755"/>
              </a:lnSpc>
              <a:spcBef>
                <a:spcPts val="0"/>
              </a:spcBef>
              <a:spcAft>
                <a:spcPts val="0"/>
              </a:spcAft>
              <a:buNone/>
            </a:pPr>
            <a:r>
              <a:rPr lang="en-US" sz="1350" dirty="0">
                <a:solidFill>
                  <a:srgbClr val="AEB7CA"/>
                </a:solidFill>
                <a:latin typeface="Inter"/>
                <a:ea typeface="Inter"/>
                <a:cs typeface="Inter"/>
              </a:rPr>
              <a:t>AI features use configured external providers.</a:t>
            </a:r>
            <a:endParaRPr lang="en-US" sz="1350" dirty="0"/>
          </a:p>
        </p:txBody>
      </p:sp>
    </p:spTree>
  </p:cSld>
  <p:clrMapOvr>
    <a:masterClrMapping/>
  </p:clrMapOvr>
  <p:transition spd="med">
    <p:fade/>
  </p:transition>
</p:sld>
</file>

<file path=ppt/theme/theme1.xml><?xml version="1.0" encoding="utf-8"?>
<a:theme xmlns:a="http://schemas.openxmlformats.org/drawingml/2006/main" name="Vixl">
  <a:themeElements>
    <a:clrScheme name="Vixl">
      <a:dk1>
        <a:srgbClr val="000000"/>
      </a:dk1>
      <a:lt1>
        <a:srgbClr val="FFFFFF"/>
      </a:lt1>
      <a:dk2>
        <a:srgbClr val="1F2937"/>
      </a:dk2>
      <a:lt2>
        <a:srgbClr val="F3F4F6"/>
      </a:lt2>
      <a:accent1>
        <a:srgbClr val="2563EB"/>
      </a:accent1>
      <a:accent2>
        <a:srgbClr val="DB2777"/>
      </a:accent2>
      <a:accent3>
        <a:srgbClr val="059669"/>
      </a:accent3>
      <a:accent4>
        <a:srgbClr val="D97706"/>
      </a:accent4>
      <a:accent5>
        <a:srgbClr val="7C3AED"/>
      </a:accent5>
      <a:accent6>
        <a:srgbClr val="0891B2"/>
      </a:accent6>
      <a:hlink>
        <a:srgbClr val="2563EB"/>
      </a:hlink>
      <a:folHlink>
        <a:srgbClr val="7C3AED"/>
      </a:folHlink>
    </a:clrScheme>
    <a:fontScheme name="Vixl">
      <a:majorFont>
        <a:latin typeface="Calibri Light"/>
        <a:ea typeface=""/>
        <a:cs typeface=""/>
      </a:majorFont>
      <a:minorFont>
        <a:latin typeface="Calibri"/>
        <a:ea typeface=""/>
        <a:cs typeface=""/>
      </a:minorFont>
    </a:fontScheme>
    <a:fmtScheme name="Vixl">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Vixl">
  <a:themeElements>
    <a:clrScheme name="Vixl">
      <a:dk1>
        <a:srgbClr val="000000"/>
      </a:dk1>
      <a:lt1>
        <a:srgbClr val="FFFFFF"/>
      </a:lt1>
      <a:dk2>
        <a:srgbClr val="1F2937"/>
      </a:dk2>
      <a:lt2>
        <a:srgbClr val="F3F4F6"/>
      </a:lt2>
      <a:accent1>
        <a:srgbClr val="2563EB"/>
      </a:accent1>
      <a:accent2>
        <a:srgbClr val="DB2777"/>
      </a:accent2>
      <a:accent3>
        <a:srgbClr val="059669"/>
      </a:accent3>
      <a:accent4>
        <a:srgbClr val="D97706"/>
      </a:accent4>
      <a:accent5>
        <a:srgbClr val="7C3AED"/>
      </a:accent5>
      <a:accent6>
        <a:srgbClr val="0891B2"/>
      </a:accent6>
      <a:hlink>
        <a:srgbClr val="2563EB"/>
      </a:hlink>
      <a:folHlink>
        <a:srgbClr val="7C3AED"/>
      </a:folHlink>
    </a:clrScheme>
    <a:fontScheme name="Vixl">
      <a:majorFont>
        <a:latin typeface="Calibri Light"/>
        <a:ea typeface=""/>
        <a:cs typeface=""/>
      </a:majorFont>
      <a:minorFont>
        <a:latin typeface="Calibri"/>
        <a:ea typeface=""/>
        <a:cs typeface=""/>
      </a:minorFont>
    </a:fontScheme>
    <a:fmtScheme name="Vixl">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Vixl</Application>
  <Slides>12</Slides>
  <Notes>12</Notes>
</Properties>
</file>

<file path=docProps/core.xml><?xml version="1.0" encoding="utf-8"?>
<cp:coreProperties xmlns:cp="http://schemas.openxmlformats.org/package/2006/metadata/core-properties" xmlns:dc="http://purl.org/dc/elements/1.1/" xmlns:dcterms="http://purl.org/dc/terms/" xmlns:xsi="http://www.w3.org/2001/XMLSchema-instance">
  <dc:title>YOUR TURN</dc:title>
  <dc:creator>Vixl</dc:creator>
</cp:coreProperties>
</file>